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65938" cy="99980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04D54-21B4-4E5B-BDFB-153E28339CE9}" v="36" dt="2025-07-02T13:52:28.520"/>
    <p1510:client id="{F353F490-1C47-4DAF-8AF9-A9F8B40591D5}" v="2" dt="2025-07-03T08:10:36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2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Zähnle" userId="de1ae78697a9c2fc" providerId="LiveId" clId="{F353F490-1C47-4DAF-8AF9-A9F8B40591D5}"/>
    <pc:docChg chg="undo custSel modSld">
      <pc:chgData name="J. Zähnle" userId="de1ae78697a9c2fc" providerId="LiveId" clId="{F353F490-1C47-4DAF-8AF9-A9F8B40591D5}" dt="2025-07-03T08:11:10.235" v="18" actId="1076"/>
      <pc:docMkLst>
        <pc:docMk/>
      </pc:docMkLst>
      <pc:sldChg chg="addSp delSp modSp mod">
        <pc:chgData name="J. Zähnle" userId="de1ae78697a9c2fc" providerId="LiveId" clId="{F353F490-1C47-4DAF-8AF9-A9F8B40591D5}" dt="2025-07-03T08:10:40.817" v="17" actId="1076"/>
        <pc:sldMkLst>
          <pc:docMk/>
          <pc:sldMk cId="3499026042" sldId="259"/>
        </pc:sldMkLst>
        <pc:spChg chg="add mod">
          <ac:chgData name="J. Zähnle" userId="de1ae78697a9c2fc" providerId="LiveId" clId="{F353F490-1C47-4DAF-8AF9-A9F8B40591D5}" dt="2025-07-03T08:10:05.577" v="14" actId="1076"/>
          <ac:spMkLst>
            <pc:docMk/>
            <pc:sldMk cId="3499026042" sldId="259"/>
            <ac:spMk id="2" creationId="{8066D81E-A2FB-A743-21A8-B75E901ED51A}"/>
          </ac:spMkLst>
        </pc:spChg>
        <pc:spChg chg="add mod">
          <ac:chgData name="J. Zähnle" userId="de1ae78697a9c2fc" providerId="LiveId" clId="{F353F490-1C47-4DAF-8AF9-A9F8B40591D5}" dt="2025-07-03T08:10:40.817" v="17" actId="1076"/>
          <ac:spMkLst>
            <pc:docMk/>
            <pc:sldMk cId="3499026042" sldId="259"/>
            <ac:spMk id="3" creationId="{E7972C6A-9BBE-B044-5D0E-CC008176EBA3}"/>
          </ac:spMkLst>
        </pc:spChg>
        <pc:spChg chg="del">
          <ac:chgData name="J. Zähnle" userId="de1ae78697a9c2fc" providerId="LiveId" clId="{F353F490-1C47-4DAF-8AF9-A9F8B40591D5}" dt="2025-07-03T08:10:32.869" v="15" actId="478"/>
          <ac:spMkLst>
            <pc:docMk/>
            <pc:sldMk cId="3499026042" sldId="259"/>
            <ac:spMk id="68" creationId="{648D15C0-FC9B-8F0A-5852-6BC44A226590}"/>
          </ac:spMkLst>
        </pc:spChg>
        <pc:spChg chg="add del mod">
          <ac:chgData name="J. Zähnle" userId="de1ae78697a9c2fc" providerId="LiveId" clId="{F353F490-1C47-4DAF-8AF9-A9F8B40591D5}" dt="2025-07-03T08:09:43.383" v="8" actId="478"/>
          <ac:spMkLst>
            <pc:docMk/>
            <pc:sldMk cId="3499026042" sldId="259"/>
            <ac:spMk id="75" creationId="{836D8777-4E97-442E-B1F7-15A65A5E03F3}"/>
          </ac:spMkLst>
        </pc:spChg>
      </pc:sldChg>
      <pc:sldChg chg="modSp mod">
        <pc:chgData name="J. Zähnle" userId="de1ae78697a9c2fc" providerId="LiveId" clId="{F353F490-1C47-4DAF-8AF9-A9F8B40591D5}" dt="2025-07-03T08:11:10.235" v="18" actId="1076"/>
        <pc:sldMkLst>
          <pc:docMk/>
          <pc:sldMk cId="1234517027" sldId="261"/>
        </pc:sldMkLst>
        <pc:picChg chg="mod">
          <ac:chgData name="J. Zähnle" userId="de1ae78697a9c2fc" providerId="LiveId" clId="{F353F490-1C47-4DAF-8AF9-A9F8B40591D5}" dt="2025-07-03T08:11:10.235" v="18" actId="1076"/>
          <ac:picMkLst>
            <pc:docMk/>
            <pc:sldMk cId="1234517027" sldId="261"/>
            <ac:picMk id="8" creationId="{7C8D2953-BA84-DA25-DB64-F9EAD5286408}"/>
          </ac:picMkLst>
        </pc:picChg>
      </pc:sldChg>
    </pc:docChg>
  </pc:docChgLst>
  <pc:docChgLst>
    <pc:chgData name="J. Zähnle" userId="de1ae78697a9c2fc" providerId="LiveId" clId="{93504D54-21B4-4E5B-BDFB-153E28339CE9}"/>
    <pc:docChg chg="undo custSel addSld delSld modSld sldOrd">
      <pc:chgData name="J. Zähnle" userId="de1ae78697a9c2fc" providerId="LiveId" clId="{93504D54-21B4-4E5B-BDFB-153E28339CE9}" dt="2025-07-02T13:55:34.377" v="559" actId="1076"/>
      <pc:docMkLst>
        <pc:docMk/>
      </pc:docMkLst>
      <pc:sldChg chg="addSp delSp modSp new mod">
        <pc:chgData name="J. Zähnle" userId="de1ae78697a9c2fc" providerId="LiveId" clId="{93504D54-21B4-4E5B-BDFB-153E28339CE9}" dt="2025-07-02T13:46:35.877" v="544" actId="1076"/>
        <pc:sldMkLst>
          <pc:docMk/>
          <pc:sldMk cId="710710568" sldId="256"/>
        </pc:sldMkLst>
        <pc:spChg chg="add mod">
          <ac:chgData name="J. Zähnle" userId="de1ae78697a9c2fc" providerId="LiveId" clId="{93504D54-21B4-4E5B-BDFB-153E28339CE9}" dt="2025-06-26T15:59:19.478" v="407" actId="403"/>
          <ac:spMkLst>
            <pc:docMk/>
            <pc:sldMk cId="710710568" sldId="256"/>
            <ac:spMk id="6" creationId="{8163FB27-A7FA-B482-45BB-5F90B45E073D}"/>
          </ac:spMkLst>
        </pc:spChg>
        <pc:spChg chg="add mod">
          <ac:chgData name="J. Zähnle" userId="de1ae78697a9c2fc" providerId="LiveId" clId="{93504D54-21B4-4E5B-BDFB-153E28339CE9}" dt="2025-06-26T15:31:11.843" v="71" actId="14100"/>
          <ac:spMkLst>
            <pc:docMk/>
            <pc:sldMk cId="710710568" sldId="256"/>
            <ac:spMk id="7" creationId="{3C34BBDD-B859-6EB7-E79B-FA7944A7EB5C}"/>
          </ac:spMkLst>
        </pc:spChg>
        <pc:spChg chg="add mod">
          <ac:chgData name="J. Zähnle" userId="de1ae78697a9c2fc" providerId="LiveId" clId="{93504D54-21B4-4E5B-BDFB-153E28339CE9}" dt="2025-06-26T15:31:20.169" v="73" actId="1076"/>
          <ac:spMkLst>
            <pc:docMk/>
            <pc:sldMk cId="710710568" sldId="256"/>
            <ac:spMk id="8" creationId="{230E9D4E-D278-2B13-E7E2-FFDDFA1EE523}"/>
          </ac:spMkLst>
        </pc:spChg>
        <pc:spChg chg="add mod">
          <ac:chgData name="J. Zähnle" userId="de1ae78697a9c2fc" providerId="LiveId" clId="{93504D54-21B4-4E5B-BDFB-153E28339CE9}" dt="2025-06-26T15:31:24.719" v="75" actId="1076"/>
          <ac:spMkLst>
            <pc:docMk/>
            <pc:sldMk cId="710710568" sldId="256"/>
            <ac:spMk id="9" creationId="{F7BB9AC3-EE00-80A5-B846-F3A0986561FC}"/>
          </ac:spMkLst>
        </pc:spChg>
        <pc:spChg chg="add mod">
          <ac:chgData name="J. Zähnle" userId="de1ae78697a9c2fc" providerId="LiveId" clId="{93504D54-21B4-4E5B-BDFB-153E28339CE9}" dt="2025-06-26T15:31:40.310" v="83" actId="1038"/>
          <ac:spMkLst>
            <pc:docMk/>
            <pc:sldMk cId="710710568" sldId="256"/>
            <ac:spMk id="10" creationId="{6CE343F0-6BF4-1DB4-64E1-9DA78CDC7A88}"/>
          </ac:spMkLst>
        </pc:spChg>
        <pc:spChg chg="add mod">
          <ac:chgData name="J. Zähnle" userId="de1ae78697a9c2fc" providerId="LiveId" clId="{93504D54-21B4-4E5B-BDFB-153E28339CE9}" dt="2025-06-26T15:31:40.310" v="83" actId="1038"/>
          <ac:spMkLst>
            <pc:docMk/>
            <pc:sldMk cId="710710568" sldId="256"/>
            <ac:spMk id="11" creationId="{86765297-F43B-E85E-1045-168AF68273DD}"/>
          </ac:spMkLst>
        </pc:spChg>
        <pc:spChg chg="add mod">
          <ac:chgData name="J. Zähnle" userId="de1ae78697a9c2fc" providerId="LiveId" clId="{93504D54-21B4-4E5B-BDFB-153E28339CE9}" dt="2025-06-26T15:31:40.310" v="83" actId="1038"/>
          <ac:spMkLst>
            <pc:docMk/>
            <pc:sldMk cId="710710568" sldId="256"/>
            <ac:spMk id="12" creationId="{55D3D456-BDDC-8F18-3A3D-F98F55FD1BF4}"/>
          </ac:spMkLst>
        </pc:spChg>
        <pc:spChg chg="add mod">
          <ac:chgData name="J. Zähnle" userId="de1ae78697a9c2fc" providerId="LiveId" clId="{93504D54-21B4-4E5B-BDFB-153E28339CE9}" dt="2025-06-26T15:31:50.221" v="87" actId="1038"/>
          <ac:spMkLst>
            <pc:docMk/>
            <pc:sldMk cId="710710568" sldId="256"/>
            <ac:spMk id="13" creationId="{9460DAB3-DD03-4357-E409-94197442E1BA}"/>
          </ac:spMkLst>
        </pc:spChg>
        <pc:spChg chg="add mod">
          <ac:chgData name="J. Zähnle" userId="de1ae78697a9c2fc" providerId="LiveId" clId="{93504D54-21B4-4E5B-BDFB-153E28339CE9}" dt="2025-06-26T15:31:50.221" v="87" actId="1038"/>
          <ac:spMkLst>
            <pc:docMk/>
            <pc:sldMk cId="710710568" sldId="256"/>
            <ac:spMk id="14" creationId="{22163EA7-9A2D-F189-2E9E-43D363CC9D5B}"/>
          </ac:spMkLst>
        </pc:spChg>
        <pc:spChg chg="add mod">
          <ac:chgData name="J. Zähnle" userId="de1ae78697a9c2fc" providerId="LiveId" clId="{93504D54-21B4-4E5B-BDFB-153E28339CE9}" dt="2025-06-26T15:31:50.221" v="87" actId="1038"/>
          <ac:spMkLst>
            <pc:docMk/>
            <pc:sldMk cId="710710568" sldId="256"/>
            <ac:spMk id="15" creationId="{9D300BA1-D199-E10B-8722-C578F94EE962}"/>
          </ac:spMkLst>
        </pc:spChg>
        <pc:spChg chg="add mod">
          <ac:chgData name="J. Zähnle" userId="de1ae78697a9c2fc" providerId="LiveId" clId="{93504D54-21B4-4E5B-BDFB-153E28339CE9}" dt="2025-06-26T15:33:10.523" v="98" actId="14100"/>
          <ac:spMkLst>
            <pc:docMk/>
            <pc:sldMk cId="710710568" sldId="256"/>
            <ac:spMk id="16" creationId="{5EAA347B-5817-5965-75F2-FFBD0B606196}"/>
          </ac:spMkLst>
        </pc:spChg>
        <pc:spChg chg="add mod ord">
          <ac:chgData name="J. Zähnle" userId="de1ae78697a9c2fc" providerId="LiveId" clId="{93504D54-21B4-4E5B-BDFB-153E28339CE9}" dt="2025-06-26T15:44:43.329" v="300" actId="14100"/>
          <ac:spMkLst>
            <pc:docMk/>
            <pc:sldMk cId="710710568" sldId="256"/>
            <ac:spMk id="17" creationId="{F52DEE20-9C80-7015-8497-FEF45DBF322C}"/>
          </ac:spMkLst>
        </pc:spChg>
        <pc:spChg chg="add mod">
          <ac:chgData name="J. Zähnle" userId="de1ae78697a9c2fc" providerId="LiveId" clId="{93504D54-21B4-4E5B-BDFB-153E28339CE9}" dt="2025-06-26T15:44:46.935" v="301" actId="14100"/>
          <ac:spMkLst>
            <pc:docMk/>
            <pc:sldMk cId="710710568" sldId="256"/>
            <ac:spMk id="18" creationId="{F56F1B9A-2C76-AF9E-D20F-77889359A2CB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19" creationId="{36F41A84-7ECC-17F1-9E4F-0EDBBCEB8B4A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0" creationId="{7036FAED-940E-E501-236F-7E6BA3EB614F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1" creationId="{8DE3B5B3-4E02-BE82-920C-0F262AA84B56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2" creationId="{AFB639E9-DD26-12FE-BFFC-D6AAE4DBA541}"/>
          </ac:spMkLst>
        </pc:spChg>
        <pc:spChg chg="add mod">
          <ac:chgData name="J. Zähnle" userId="de1ae78697a9c2fc" providerId="LiveId" clId="{93504D54-21B4-4E5B-BDFB-153E28339CE9}" dt="2025-06-26T15:39:39.179" v="207" actId="1037"/>
          <ac:spMkLst>
            <pc:docMk/>
            <pc:sldMk cId="710710568" sldId="256"/>
            <ac:spMk id="23" creationId="{C9DB1D6E-9CEA-184A-0F26-EFD31E2814A5}"/>
          </ac:spMkLst>
        </pc:spChg>
        <pc:spChg chg="add mod">
          <ac:chgData name="J. Zähnle" userId="de1ae78697a9c2fc" providerId="LiveId" clId="{93504D54-21B4-4E5B-BDFB-153E28339CE9}" dt="2025-06-26T15:39:29.322" v="203" actId="1038"/>
          <ac:spMkLst>
            <pc:docMk/>
            <pc:sldMk cId="710710568" sldId="256"/>
            <ac:spMk id="24" creationId="{F0C1C959-6075-BCD4-4915-9B70C52840CD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5" creationId="{DB6E865A-5F0E-355D-4BC7-A38ACF027FAB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7" creationId="{35B210AC-C8EE-5E16-D8EC-BF2FEC810E50}"/>
          </ac:spMkLst>
        </pc:spChg>
        <pc:spChg chg="add mod">
          <ac:chgData name="J. Zähnle" userId="de1ae78697a9c2fc" providerId="LiveId" clId="{93504D54-21B4-4E5B-BDFB-153E28339CE9}" dt="2025-06-26T15:33:24.982" v="100" actId="1076"/>
          <ac:spMkLst>
            <pc:docMk/>
            <pc:sldMk cId="710710568" sldId="256"/>
            <ac:spMk id="28" creationId="{61F8594F-18A9-B5A4-32AA-E13BA2F47A95}"/>
          </ac:spMkLst>
        </pc:spChg>
        <pc:spChg chg="mod ord">
          <ac:chgData name="J. Zähnle" userId="de1ae78697a9c2fc" providerId="LiveId" clId="{93504D54-21B4-4E5B-BDFB-153E28339CE9}" dt="2025-06-26T15:44:31.113" v="299" actId="166"/>
          <ac:spMkLst>
            <pc:docMk/>
            <pc:sldMk cId="710710568" sldId="256"/>
            <ac:spMk id="29" creationId="{CC7948F2-16E4-30DD-FC6F-08F14941759D}"/>
          </ac:spMkLst>
        </pc:spChg>
        <pc:spChg chg="add mod">
          <ac:chgData name="J. Zähnle" userId="de1ae78697a9c2fc" providerId="LiveId" clId="{93504D54-21B4-4E5B-BDFB-153E28339CE9}" dt="2025-06-26T15:39:32.257" v="204" actId="14100"/>
          <ac:spMkLst>
            <pc:docMk/>
            <pc:sldMk cId="710710568" sldId="256"/>
            <ac:spMk id="30" creationId="{B5BB3A20-E3AB-734A-16E3-C18DBD6BF87E}"/>
          </ac:spMkLst>
        </pc:spChg>
        <pc:spChg chg="add mod">
          <ac:chgData name="J. Zähnle" userId="de1ae78697a9c2fc" providerId="LiveId" clId="{93504D54-21B4-4E5B-BDFB-153E28339CE9}" dt="2025-06-26T15:34:36.161" v="132" actId="1076"/>
          <ac:spMkLst>
            <pc:docMk/>
            <pc:sldMk cId="710710568" sldId="256"/>
            <ac:spMk id="45" creationId="{8A875921-2933-7E03-5A86-09911A9E7B7D}"/>
          </ac:spMkLst>
        </pc:spChg>
        <pc:spChg chg="add mod">
          <ac:chgData name="J. Zähnle" userId="de1ae78697a9c2fc" providerId="LiveId" clId="{93504D54-21B4-4E5B-BDFB-153E28339CE9}" dt="2025-06-26T15:34:58.253" v="145" actId="1076"/>
          <ac:spMkLst>
            <pc:docMk/>
            <pc:sldMk cId="710710568" sldId="256"/>
            <ac:spMk id="46" creationId="{102C2C7C-896F-3089-80E8-9C61CDDE7FC1}"/>
          </ac:spMkLst>
        </pc:spChg>
        <pc:spChg chg="add mod">
          <ac:chgData name="J. Zähnle" userId="de1ae78697a9c2fc" providerId="LiveId" clId="{93504D54-21B4-4E5B-BDFB-153E28339CE9}" dt="2025-06-26T15:35:03.390" v="153" actId="20577"/>
          <ac:spMkLst>
            <pc:docMk/>
            <pc:sldMk cId="710710568" sldId="256"/>
            <ac:spMk id="47" creationId="{157E8C70-91EE-1BD6-8EEF-EA05B5E671F2}"/>
          </ac:spMkLst>
        </pc:spChg>
        <pc:spChg chg="add mod">
          <ac:chgData name="J. Zähnle" userId="de1ae78697a9c2fc" providerId="LiveId" clId="{93504D54-21B4-4E5B-BDFB-153E28339CE9}" dt="2025-06-26T15:37:43.509" v="188" actId="1076"/>
          <ac:spMkLst>
            <pc:docMk/>
            <pc:sldMk cId="710710568" sldId="256"/>
            <ac:spMk id="61" creationId="{5576F07C-B84D-08BE-D725-8736EFED3657}"/>
          </ac:spMkLst>
        </pc:spChg>
        <pc:spChg chg="add mod">
          <ac:chgData name="J. Zähnle" userId="de1ae78697a9c2fc" providerId="LiveId" clId="{93504D54-21B4-4E5B-BDFB-153E28339CE9}" dt="2025-06-26T15:37:47.213" v="189" actId="1076"/>
          <ac:spMkLst>
            <pc:docMk/>
            <pc:sldMk cId="710710568" sldId="256"/>
            <ac:spMk id="62" creationId="{D38267F3-EF98-A556-C4A3-8E3EDE3E34B1}"/>
          </ac:spMkLst>
        </pc:spChg>
        <pc:spChg chg="add mod">
          <ac:chgData name="J. Zähnle" userId="de1ae78697a9c2fc" providerId="LiveId" clId="{93504D54-21B4-4E5B-BDFB-153E28339CE9}" dt="2025-06-26T15:37:37.890" v="187" actId="1076"/>
          <ac:spMkLst>
            <pc:docMk/>
            <pc:sldMk cId="710710568" sldId="256"/>
            <ac:spMk id="63" creationId="{B59D1F82-56A9-5E61-BBBB-9AD54B572CA5}"/>
          </ac:spMkLst>
        </pc:spChg>
        <pc:spChg chg="add mod">
          <ac:chgData name="J. Zähnle" userId="de1ae78697a9c2fc" providerId="LiveId" clId="{93504D54-21B4-4E5B-BDFB-153E28339CE9}" dt="2025-06-26T15:38:08.523" v="191" actId="1076"/>
          <ac:spMkLst>
            <pc:docMk/>
            <pc:sldMk cId="710710568" sldId="256"/>
            <ac:spMk id="67" creationId="{379C2EF4-93E5-D454-4612-DAF4063478B6}"/>
          </ac:spMkLst>
        </pc:spChg>
        <pc:spChg chg="add mod">
          <ac:chgData name="J. Zähnle" userId="de1ae78697a9c2fc" providerId="LiveId" clId="{93504D54-21B4-4E5B-BDFB-153E28339CE9}" dt="2025-06-26T15:38:08.523" v="191" actId="1076"/>
          <ac:spMkLst>
            <pc:docMk/>
            <pc:sldMk cId="710710568" sldId="256"/>
            <ac:spMk id="68" creationId="{90D5DFC3-D87F-16E4-84B3-AF95A5A65240}"/>
          </ac:spMkLst>
        </pc:spChg>
        <pc:spChg chg="add mod">
          <ac:chgData name="J. Zähnle" userId="de1ae78697a9c2fc" providerId="LiveId" clId="{93504D54-21B4-4E5B-BDFB-153E28339CE9}" dt="2025-06-26T15:38:08.523" v="191" actId="1076"/>
          <ac:spMkLst>
            <pc:docMk/>
            <pc:sldMk cId="710710568" sldId="256"/>
            <ac:spMk id="69" creationId="{303302E2-CF35-640B-4ED8-B4E50D5733BD}"/>
          </ac:spMkLst>
        </pc:spChg>
        <pc:spChg chg="add mod">
          <ac:chgData name="J. Zähnle" userId="de1ae78697a9c2fc" providerId="LiveId" clId="{93504D54-21B4-4E5B-BDFB-153E28339CE9}" dt="2025-06-26T15:38:36.867" v="195" actId="1076"/>
          <ac:spMkLst>
            <pc:docMk/>
            <pc:sldMk cId="710710568" sldId="256"/>
            <ac:spMk id="73" creationId="{6D8BF42A-5E79-93DD-04AA-8D52153DFFCD}"/>
          </ac:spMkLst>
        </pc:spChg>
        <pc:spChg chg="add mod">
          <ac:chgData name="J. Zähnle" userId="de1ae78697a9c2fc" providerId="LiveId" clId="{93504D54-21B4-4E5B-BDFB-153E28339CE9}" dt="2025-06-26T15:38:36.867" v="195" actId="1076"/>
          <ac:spMkLst>
            <pc:docMk/>
            <pc:sldMk cId="710710568" sldId="256"/>
            <ac:spMk id="74" creationId="{3066817D-564E-DF2B-0826-73A0A3829096}"/>
          </ac:spMkLst>
        </pc:spChg>
        <pc:spChg chg="add mod">
          <ac:chgData name="J. Zähnle" userId="de1ae78697a9c2fc" providerId="LiveId" clId="{93504D54-21B4-4E5B-BDFB-153E28339CE9}" dt="2025-06-26T15:38:36.867" v="195" actId="1076"/>
          <ac:spMkLst>
            <pc:docMk/>
            <pc:sldMk cId="710710568" sldId="256"/>
            <ac:spMk id="75" creationId="{8F4148C2-F75E-C3FA-3F11-C864BA9B093A}"/>
          </ac:spMkLst>
        </pc:spChg>
        <pc:spChg chg="add mod">
          <ac:chgData name="J. Zähnle" userId="de1ae78697a9c2fc" providerId="LiveId" clId="{93504D54-21B4-4E5B-BDFB-153E28339CE9}" dt="2025-06-26T15:41:33.081" v="263" actId="1076"/>
          <ac:spMkLst>
            <pc:docMk/>
            <pc:sldMk cId="710710568" sldId="256"/>
            <ac:spMk id="82" creationId="{BEE57E2C-5B6A-E777-4B75-A8043C0D4111}"/>
          </ac:spMkLst>
        </pc:spChg>
        <pc:spChg chg="add mod">
          <ac:chgData name="J. Zähnle" userId="de1ae78697a9c2fc" providerId="LiveId" clId="{93504D54-21B4-4E5B-BDFB-153E28339CE9}" dt="2025-06-26T15:41:29.879" v="262" actId="1076"/>
          <ac:spMkLst>
            <pc:docMk/>
            <pc:sldMk cId="710710568" sldId="256"/>
            <ac:spMk id="83" creationId="{2C92F754-9299-39C8-FD8C-7C2A9EBEBE5E}"/>
          </ac:spMkLst>
        </pc:spChg>
        <pc:spChg chg="add mod">
          <ac:chgData name="J. Zähnle" userId="de1ae78697a9c2fc" providerId="LiveId" clId="{93504D54-21B4-4E5B-BDFB-153E28339CE9}" dt="2025-06-26T15:41:25.453" v="261" actId="1076"/>
          <ac:spMkLst>
            <pc:docMk/>
            <pc:sldMk cId="710710568" sldId="256"/>
            <ac:spMk id="84" creationId="{F91E7A3C-6863-55BD-7A7B-6E889B33211F}"/>
          </ac:spMkLst>
        </pc:spChg>
        <pc:spChg chg="add mod">
          <ac:chgData name="J. Zähnle" userId="de1ae78697a9c2fc" providerId="LiveId" clId="{93504D54-21B4-4E5B-BDFB-153E28339CE9}" dt="2025-06-26T15:42:08.256" v="271" actId="1076"/>
          <ac:spMkLst>
            <pc:docMk/>
            <pc:sldMk cId="710710568" sldId="256"/>
            <ac:spMk id="107" creationId="{DCA9607B-0452-823C-AFCC-AC0862502B1B}"/>
          </ac:spMkLst>
        </pc:spChg>
        <pc:spChg chg="add mod">
          <ac:chgData name="J. Zähnle" userId="de1ae78697a9c2fc" providerId="LiveId" clId="{93504D54-21B4-4E5B-BDFB-153E28339CE9}" dt="2025-06-26T15:42:08.256" v="271" actId="1076"/>
          <ac:spMkLst>
            <pc:docMk/>
            <pc:sldMk cId="710710568" sldId="256"/>
            <ac:spMk id="108" creationId="{31C1A102-FDE7-0F70-E0A0-5040043CB503}"/>
          </ac:spMkLst>
        </pc:spChg>
        <pc:spChg chg="add mod">
          <ac:chgData name="J. Zähnle" userId="de1ae78697a9c2fc" providerId="LiveId" clId="{93504D54-21B4-4E5B-BDFB-153E28339CE9}" dt="2025-06-26T15:45:55.304" v="316" actId="14100"/>
          <ac:spMkLst>
            <pc:docMk/>
            <pc:sldMk cId="710710568" sldId="256"/>
            <ac:spMk id="113" creationId="{44BF6496-2EB6-49A0-EC45-27BB10F6A343}"/>
          </ac:spMkLst>
        </pc:spChg>
        <pc:spChg chg="add mod">
          <ac:chgData name="J. Zähnle" userId="de1ae78697a9c2fc" providerId="LiveId" clId="{93504D54-21B4-4E5B-BDFB-153E28339CE9}" dt="2025-06-26T15:45:37.817" v="304" actId="20577"/>
          <ac:spMkLst>
            <pc:docMk/>
            <pc:sldMk cId="710710568" sldId="256"/>
            <ac:spMk id="114" creationId="{505052A2-3AB0-E3D5-02DC-4B57E8F29F7F}"/>
          </ac:spMkLst>
        </pc:spChg>
        <pc:spChg chg="add mod">
          <ac:chgData name="J. Zähnle" userId="de1ae78697a9c2fc" providerId="LiveId" clId="{93504D54-21B4-4E5B-BDFB-153E28339CE9}" dt="2025-06-26T15:43:07.218" v="280" actId="1076"/>
          <ac:spMkLst>
            <pc:docMk/>
            <pc:sldMk cId="710710568" sldId="256"/>
            <ac:spMk id="115" creationId="{67D2015E-10AB-50FF-C865-A6B7C50598E8}"/>
          </ac:spMkLst>
        </pc:spChg>
        <pc:spChg chg="add mod">
          <ac:chgData name="J. Zähnle" userId="de1ae78697a9c2fc" providerId="LiveId" clId="{93504D54-21B4-4E5B-BDFB-153E28339CE9}" dt="2025-06-26T15:43:12.295" v="281" actId="1076"/>
          <ac:spMkLst>
            <pc:docMk/>
            <pc:sldMk cId="710710568" sldId="256"/>
            <ac:spMk id="119" creationId="{3122CDF1-1499-54D2-0601-3C2DD1D5EB49}"/>
          </ac:spMkLst>
        </pc:spChg>
        <pc:spChg chg="add mod">
          <ac:chgData name="J. Zähnle" userId="de1ae78697a9c2fc" providerId="LiveId" clId="{93504D54-21B4-4E5B-BDFB-153E28339CE9}" dt="2025-06-26T15:42:58.677" v="278" actId="1076"/>
          <ac:spMkLst>
            <pc:docMk/>
            <pc:sldMk cId="710710568" sldId="256"/>
            <ac:spMk id="120" creationId="{3FC3B198-4DF5-5ACB-4390-C76EAA450081}"/>
          </ac:spMkLst>
        </pc:spChg>
        <pc:spChg chg="add mod">
          <ac:chgData name="J. Zähnle" userId="de1ae78697a9c2fc" providerId="LiveId" clId="{93504D54-21B4-4E5B-BDFB-153E28339CE9}" dt="2025-07-02T13:46:35.877" v="544" actId="1076"/>
          <ac:spMkLst>
            <pc:docMk/>
            <pc:sldMk cId="710710568" sldId="256"/>
            <ac:spMk id="121" creationId="{D8F57F96-05FF-1673-955A-0828DF2F8D1E}"/>
          </ac:spMkLst>
        </pc:spChg>
        <pc:spChg chg="add mod">
          <ac:chgData name="J. Zähnle" userId="de1ae78697a9c2fc" providerId="LiveId" clId="{93504D54-21B4-4E5B-BDFB-153E28339CE9}" dt="2025-06-26T15:46:58.968" v="319" actId="1076"/>
          <ac:spMkLst>
            <pc:docMk/>
            <pc:sldMk cId="710710568" sldId="256"/>
            <ac:spMk id="122" creationId="{A932D5BD-6E50-1566-532C-A47BC891A9F7}"/>
          </ac:spMkLst>
        </pc:spChg>
        <pc:picChg chg="add mod">
          <ac:chgData name="J. Zähnle" userId="de1ae78697a9c2fc" providerId="LiveId" clId="{93504D54-21B4-4E5B-BDFB-153E28339CE9}" dt="2025-06-26T15:30:02.367" v="66" actId="1076"/>
          <ac:picMkLst>
            <pc:docMk/>
            <pc:sldMk cId="710710568" sldId="256"/>
            <ac:picMk id="5" creationId="{6CBD40B2-0A15-610D-99F6-BC6CE6754368}"/>
          </ac:picMkLst>
        </pc:picChg>
        <pc:cxnChg chg="add mod">
          <ac:chgData name="J. Zähnle" userId="de1ae78697a9c2fc" providerId="LiveId" clId="{93504D54-21B4-4E5B-BDFB-153E28339CE9}" dt="2025-06-26T15:35:12.943" v="154" actId="14100"/>
          <ac:cxnSpMkLst>
            <pc:docMk/>
            <pc:sldMk cId="710710568" sldId="256"/>
            <ac:cxnSpMk id="34" creationId="{3935D298-A26D-B22E-A5DD-70206DF64B26}"/>
          </ac:cxnSpMkLst>
        </pc:cxnChg>
        <pc:cxnChg chg="add mod">
          <ac:chgData name="J. Zähnle" userId="de1ae78697a9c2fc" providerId="LiveId" clId="{93504D54-21B4-4E5B-BDFB-153E28339CE9}" dt="2025-06-26T15:35:16.437" v="155" actId="14100"/>
          <ac:cxnSpMkLst>
            <pc:docMk/>
            <pc:sldMk cId="710710568" sldId="256"/>
            <ac:cxnSpMk id="40" creationId="{3AF3F836-DEFB-8286-F73E-2D8E497FD24D}"/>
          </ac:cxnSpMkLst>
        </pc:cxnChg>
        <pc:cxnChg chg="add mod">
          <ac:chgData name="J. Zähnle" userId="de1ae78697a9c2fc" providerId="LiveId" clId="{93504D54-21B4-4E5B-BDFB-153E28339CE9}" dt="2025-06-26T15:35:20.607" v="156" actId="14100"/>
          <ac:cxnSpMkLst>
            <pc:docMk/>
            <pc:sldMk cId="710710568" sldId="256"/>
            <ac:cxnSpMk id="43" creationId="{81B0C306-0C8C-F61F-CDB6-2513D6738AD9}"/>
          </ac:cxnSpMkLst>
        </pc:cxnChg>
        <pc:cxnChg chg="add mod">
          <ac:chgData name="J. Zähnle" userId="de1ae78697a9c2fc" providerId="LiveId" clId="{93504D54-21B4-4E5B-BDFB-153E28339CE9}" dt="2025-06-26T15:36:29.172" v="163" actId="13822"/>
          <ac:cxnSpMkLst>
            <pc:docMk/>
            <pc:sldMk cId="710710568" sldId="256"/>
            <ac:cxnSpMk id="56" creationId="{C504D331-E9AD-C7C6-2B68-073FC5543381}"/>
          </ac:cxnSpMkLst>
        </pc:cxnChg>
        <pc:cxnChg chg="add mod">
          <ac:chgData name="J. Zähnle" userId="de1ae78697a9c2fc" providerId="LiveId" clId="{93504D54-21B4-4E5B-BDFB-153E28339CE9}" dt="2025-06-26T15:36:35.636" v="166" actId="14100"/>
          <ac:cxnSpMkLst>
            <pc:docMk/>
            <pc:sldMk cId="710710568" sldId="256"/>
            <ac:cxnSpMk id="57" creationId="{980A5024-97A3-8107-814C-233D205FA18D}"/>
          </ac:cxnSpMkLst>
        </pc:cxnChg>
        <pc:cxnChg chg="add mod">
          <ac:chgData name="J. Zähnle" userId="de1ae78697a9c2fc" providerId="LiveId" clId="{93504D54-21B4-4E5B-BDFB-153E28339CE9}" dt="2025-06-26T15:36:40.899" v="169" actId="14100"/>
          <ac:cxnSpMkLst>
            <pc:docMk/>
            <pc:sldMk cId="710710568" sldId="256"/>
            <ac:cxnSpMk id="59" creationId="{05F921DF-6A94-E4C3-7CD2-726AB1E5DD64}"/>
          </ac:cxnSpMkLst>
        </pc:cxnChg>
        <pc:cxnChg chg="add mod">
          <ac:chgData name="J. Zähnle" userId="de1ae78697a9c2fc" providerId="LiveId" clId="{93504D54-21B4-4E5B-BDFB-153E28339CE9}" dt="2025-06-26T15:38:08.523" v="191" actId="1076"/>
          <ac:cxnSpMkLst>
            <pc:docMk/>
            <pc:sldMk cId="710710568" sldId="256"/>
            <ac:cxnSpMk id="64" creationId="{071058C8-CA52-71E5-464C-3BADEE8AF3C0}"/>
          </ac:cxnSpMkLst>
        </pc:cxnChg>
        <pc:cxnChg chg="add mod">
          <ac:chgData name="J. Zähnle" userId="de1ae78697a9c2fc" providerId="LiveId" clId="{93504D54-21B4-4E5B-BDFB-153E28339CE9}" dt="2025-06-26T15:38:08.523" v="191" actId="1076"/>
          <ac:cxnSpMkLst>
            <pc:docMk/>
            <pc:sldMk cId="710710568" sldId="256"/>
            <ac:cxnSpMk id="65" creationId="{DFDF21A6-C203-718D-6194-8CABD16B0B25}"/>
          </ac:cxnSpMkLst>
        </pc:cxnChg>
        <pc:cxnChg chg="add mod">
          <ac:chgData name="J. Zähnle" userId="de1ae78697a9c2fc" providerId="LiveId" clId="{93504D54-21B4-4E5B-BDFB-153E28339CE9}" dt="2025-06-26T15:38:08.523" v="191" actId="1076"/>
          <ac:cxnSpMkLst>
            <pc:docMk/>
            <pc:sldMk cId="710710568" sldId="256"/>
            <ac:cxnSpMk id="66" creationId="{3F7E6B8F-59D8-9512-3532-D5D7F9B9F785}"/>
          </ac:cxnSpMkLst>
        </pc:cxnChg>
        <pc:cxnChg chg="add mod">
          <ac:chgData name="J. Zähnle" userId="de1ae78697a9c2fc" providerId="LiveId" clId="{93504D54-21B4-4E5B-BDFB-153E28339CE9}" dt="2025-06-26T15:38:36.867" v="195" actId="1076"/>
          <ac:cxnSpMkLst>
            <pc:docMk/>
            <pc:sldMk cId="710710568" sldId="256"/>
            <ac:cxnSpMk id="70" creationId="{6CF6A653-7F89-933F-025E-61843AC2F1EC}"/>
          </ac:cxnSpMkLst>
        </pc:cxnChg>
        <pc:cxnChg chg="add mod">
          <ac:chgData name="J. Zähnle" userId="de1ae78697a9c2fc" providerId="LiveId" clId="{93504D54-21B4-4E5B-BDFB-153E28339CE9}" dt="2025-06-26T15:38:36.867" v="195" actId="1076"/>
          <ac:cxnSpMkLst>
            <pc:docMk/>
            <pc:sldMk cId="710710568" sldId="256"/>
            <ac:cxnSpMk id="71" creationId="{9A99CBFE-B83F-510A-67E7-21E801636838}"/>
          </ac:cxnSpMkLst>
        </pc:cxnChg>
        <pc:cxnChg chg="add mod">
          <ac:chgData name="J. Zähnle" userId="de1ae78697a9c2fc" providerId="LiveId" clId="{93504D54-21B4-4E5B-BDFB-153E28339CE9}" dt="2025-06-26T15:38:36.867" v="195" actId="1076"/>
          <ac:cxnSpMkLst>
            <pc:docMk/>
            <pc:sldMk cId="710710568" sldId="256"/>
            <ac:cxnSpMk id="72" creationId="{24E33BDE-2DEA-B0B5-C701-FE433C0B0E3B}"/>
          </ac:cxnSpMkLst>
        </pc:cxnChg>
        <pc:cxnChg chg="add mod">
          <ac:chgData name="J. Zähnle" userId="de1ae78697a9c2fc" providerId="LiveId" clId="{93504D54-21B4-4E5B-BDFB-153E28339CE9}" dt="2025-06-26T15:41:57.657" v="269" actId="14100"/>
          <ac:cxnSpMkLst>
            <pc:docMk/>
            <pc:sldMk cId="710710568" sldId="256"/>
            <ac:cxnSpMk id="77" creationId="{11264680-9BFA-5AF6-57BD-0C2E3C4BA0E0}"/>
          </ac:cxnSpMkLst>
        </pc:cxnChg>
        <pc:cxnChg chg="add mod">
          <ac:chgData name="J. Zähnle" userId="de1ae78697a9c2fc" providerId="LiveId" clId="{93504D54-21B4-4E5B-BDFB-153E28339CE9}" dt="2025-06-26T15:41:35.842" v="264" actId="14100"/>
          <ac:cxnSpMkLst>
            <pc:docMk/>
            <pc:sldMk cId="710710568" sldId="256"/>
            <ac:cxnSpMk id="79" creationId="{002525EC-530C-EC66-E041-6C7531EB6DCF}"/>
          </ac:cxnSpMkLst>
        </pc:cxnChg>
        <pc:cxnChg chg="add mod">
          <ac:chgData name="J. Zähnle" userId="de1ae78697a9c2fc" providerId="LiveId" clId="{93504D54-21B4-4E5B-BDFB-153E28339CE9}" dt="2025-06-26T15:40:41.652" v="214" actId="13822"/>
          <ac:cxnSpMkLst>
            <pc:docMk/>
            <pc:sldMk cId="710710568" sldId="256"/>
            <ac:cxnSpMk id="81" creationId="{8BAE3046-E9C4-732B-0CBB-FD58286CA098}"/>
          </ac:cxnSpMkLst>
        </pc:cxnChg>
        <pc:cxnChg chg="add mod">
          <ac:chgData name="J. Zähnle" userId="de1ae78697a9c2fc" providerId="LiveId" clId="{93504D54-21B4-4E5B-BDFB-153E28339CE9}" dt="2025-06-26T15:42:08.256" v="271" actId="1076"/>
          <ac:cxnSpMkLst>
            <pc:docMk/>
            <pc:sldMk cId="710710568" sldId="256"/>
            <ac:cxnSpMk id="116" creationId="{A8077B71-221D-7206-CFD2-CAE3B0E52FFE}"/>
          </ac:cxnSpMkLst>
        </pc:cxnChg>
      </pc:sldChg>
      <pc:sldChg chg="modSp add mod">
        <pc:chgData name="J. Zähnle" userId="de1ae78697a9c2fc" providerId="LiveId" clId="{93504D54-21B4-4E5B-BDFB-153E28339CE9}" dt="2025-07-02T13:46:53.833" v="548" actId="1076"/>
        <pc:sldMkLst>
          <pc:docMk/>
          <pc:sldMk cId="1316777542" sldId="257"/>
        </pc:sldMkLst>
        <pc:spChg chg="mod">
          <ac:chgData name="J. Zähnle" userId="de1ae78697a9c2fc" providerId="LiveId" clId="{93504D54-21B4-4E5B-BDFB-153E28339CE9}" dt="2025-06-26T15:59:35.708" v="411" actId="14100"/>
          <ac:spMkLst>
            <pc:docMk/>
            <pc:sldMk cId="1316777542" sldId="257"/>
            <ac:spMk id="6" creationId="{9031D536-734B-3406-4F2D-F6524A98B5EC}"/>
          </ac:spMkLst>
        </pc:spChg>
        <pc:spChg chg="mod">
          <ac:chgData name="J. Zähnle" userId="de1ae78697a9c2fc" providerId="LiveId" clId="{93504D54-21B4-4E5B-BDFB-153E28339CE9}" dt="2025-06-26T15:53:57.805" v="366" actId="1037"/>
          <ac:spMkLst>
            <pc:docMk/>
            <pc:sldMk cId="1316777542" sldId="257"/>
            <ac:spMk id="22" creationId="{6DF564A0-7ED2-7569-5658-44EA26E6786B}"/>
          </ac:spMkLst>
        </pc:spChg>
        <pc:spChg chg="mod">
          <ac:chgData name="J. Zähnle" userId="de1ae78697a9c2fc" providerId="LiveId" clId="{93504D54-21B4-4E5B-BDFB-153E28339CE9}" dt="2025-06-26T15:53:55.952" v="363" actId="14100"/>
          <ac:spMkLst>
            <pc:docMk/>
            <pc:sldMk cId="1316777542" sldId="257"/>
            <ac:spMk id="28" creationId="{28A61542-4A84-3F49-C380-D2521017677F}"/>
          </ac:spMkLst>
        </pc:spChg>
        <pc:spChg chg="mod">
          <ac:chgData name="J. Zähnle" userId="de1ae78697a9c2fc" providerId="LiveId" clId="{93504D54-21B4-4E5B-BDFB-153E28339CE9}" dt="2025-06-26T15:53:47.410" v="359" actId="14100"/>
          <ac:spMkLst>
            <pc:docMk/>
            <pc:sldMk cId="1316777542" sldId="257"/>
            <ac:spMk id="29" creationId="{D41A8942-39C5-D6BD-0564-57CBDF587182}"/>
          </ac:spMkLst>
        </pc:spChg>
        <pc:spChg chg="mod">
          <ac:chgData name="J. Zähnle" userId="de1ae78697a9c2fc" providerId="LiveId" clId="{93504D54-21B4-4E5B-BDFB-153E28339CE9}" dt="2025-06-26T15:53:40.521" v="357" actId="14100"/>
          <ac:spMkLst>
            <pc:docMk/>
            <pc:sldMk cId="1316777542" sldId="257"/>
            <ac:spMk id="30" creationId="{CFA7EDBC-B575-C8E7-FFB4-4A27254D26A9}"/>
          </ac:spMkLst>
        </pc:spChg>
        <pc:spChg chg="mod">
          <ac:chgData name="J. Zähnle" userId="de1ae78697a9c2fc" providerId="LiveId" clId="{93504D54-21B4-4E5B-BDFB-153E28339CE9}" dt="2025-06-26T15:52:51.888" v="354" actId="1076"/>
          <ac:spMkLst>
            <pc:docMk/>
            <pc:sldMk cId="1316777542" sldId="257"/>
            <ac:spMk id="45" creationId="{11977659-9D50-6926-2A09-2B8B003342D6}"/>
          </ac:spMkLst>
        </pc:spChg>
        <pc:spChg chg="mod">
          <ac:chgData name="J. Zähnle" userId="de1ae78697a9c2fc" providerId="LiveId" clId="{93504D54-21B4-4E5B-BDFB-153E28339CE9}" dt="2025-06-26T15:52:59.511" v="356" actId="1076"/>
          <ac:spMkLst>
            <pc:docMk/>
            <pc:sldMk cId="1316777542" sldId="257"/>
            <ac:spMk id="47" creationId="{A15688C2-4851-B871-CA95-1D9535DFF796}"/>
          </ac:spMkLst>
        </pc:spChg>
        <pc:spChg chg="mod">
          <ac:chgData name="J. Zähnle" userId="de1ae78697a9c2fc" providerId="LiveId" clId="{93504D54-21B4-4E5B-BDFB-153E28339CE9}" dt="2025-06-26T15:49:59.793" v="345" actId="1076"/>
          <ac:spMkLst>
            <pc:docMk/>
            <pc:sldMk cId="1316777542" sldId="257"/>
            <ac:spMk id="61" creationId="{C09B157E-78CC-1037-2ACE-26466B4A489E}"/>
          </ac:spMkLst>
        </pc:spChg>
        <pc:spChg chg="mod">
          <ac:chgData name="J. Zähnle" userId="de1ae78697a9c2fc" providerId="LiveId" clId="{93504D54-21B4-4E5B-BDFB-153E28339CE9}" dt="2025-06-26T15:49:48.951" v="344" actId="1076"/>
          <ac:spMkLst>
            <pc:docMk/>
            <pc:sldMk cId="1316777542" sldId="257"/>
            <ac:spMk id="63" creationId="{39326207-6523-0816-6373-A2C8B7F8DADB}"/>
          </ac:spMkLst>
        </pc:spChg>
        <pc:spChg chg="mod">
          <ac:chgData name="J. Zähnle" userId="de1ae78697a9c2fc" providerId="LiveId" clId="{93504D54-21B4-4E5B-BDFB-153E28339CE9}" dt="2025-06-26T15:50:55.330" v="349" actId="1076"/>
          <ac:spMkLst>
            <pc:docMk/>
            <pc:sldMk cId="1316777542" sldId="257"/>
            <ac:spMk id="67" creationId="{569C5B81-AAEB-2C93-68D6-538050BD4B80}"/>
          </ac:spMkLst>
        </pc:spChg>
        <pc:spChg chg="mod">
          <ac:chgData name="J. Zähnle" userId="de1ae78697a9c2fc" providerId="LiveId" clId="{93504D54-21B4-4E5B-BDFB-153E28339CE9}" dt="2025-06-26T15:50:34.636" v="347" actId="1076"/>
          <ac:spMkLst>
            <pc:docMk/>
            <pc:sldMk cId="1316777542" sldId="257"/>
            <ac:spMk id="69" creationId="{5077E375-8BDE-C7BE-3B41-2D3C53D504EF}"/>
          </ac:spMkLst>
        </pc:spChg>
        <pc:spChg chg="mod">
          <ac:chgData name="J. Zähnle" userId="de1ae78697a9c2fc" providerId="LiveId" clId="{93504D54-21B4-4E5B-BDFB-153E28339CE9}" dt="2025-06-26T15:51:05.723" v="351" actId="1076"/>
          <ac:spMkLst>
            <pc:docMk/>
            <pc:sldMk cId="1316777542" sldId="257"/>
            <ac:spMk id="73" creationId="{234F2502-6423-FC48-4C06-895D13575B7A}"/>
          </ac:spMkLst>
        </pc:spChg>
        <pc:spChg chg="mod">
          <ac:chgData name="J. Zähnle" userId="de1ae78697a9c2fc" providerId="LiveId" clId="{93504D54-21B4-4E5B-BDFB-153E28339CE9}" dt="2025-06-26T15:51:11.621" v="352" actId="1076"/>
          <ac:spMkLst>
            <pc:docMk/>
            <pc:sldMk cId="1316777542" sldId="257"/>
            <ac:spMk id="75" creationId="{C34DDC09-F3FF-EC5C-63DB-D5D2F631440E}"/>
          </ac:spMkLst>
        </pc:spChg>
        <pc:spChg chg="mod">
          <ac:chgData name="J. Zähnle" userId="de1ae78697a9c2fc" providerId="LiveId" clId="{93504D54-21B4-4E5B-BDFB-153E28339CE9}" dt="2025-06-26T15:54:10.677" v="369" actId="1076"/>
          <ac:spMkLst>
            <pc:docMk/>
            <pc:sldMk cId="1316777542" sldId="257"/>
            <ac:spMk id="82" creationId="{68CEB2DA-7A21-A764-5047-5764B94EAD08}"/>
          </ac:spMkLst>
        </pc:spChg>
        <pc:spChg chg="mod">
          <ac:chgData name="J. Zähnle" userId="de1ae78697a9c2fc" providerId="LiveId" clId="{93504D54-21B4-4E5B-BDFB-153E28339CE9}" dt="2025-06-26T15:54:06.817" v="368" actId="1076"/>
          <ac:spMkLst>
            <pc:docMk/>
            <pc:sldMk cId="1316777542" sldId="257"/>
            <ac:spMk id="84" creationId="{ED5FE0F3-AE07-85BB-DF04-56EFF6378D94}"/>
          </ac:spMkLst>
        </pc:spChg>
        <pc:spChg chg="mod">
          <ac:chgData name="J. Zähnle" userId="de1ae78697a9c2fc" providerId="LiveId" clId="{93504D54-21B4-4E5B-BDFB-153E28339CE9}" dt="2025-07-02T13:46:50.801" v="547" actId="1076"/>
          <ac:spMkLst>
            <pc:docMk/>
            <pc:sldMk cId="1316777542" sldId="257"/>
            <ac:spMk id="107" creationId="{B9E8BBD8-7966-CBCC-83D4-EE426D99D5DA}"/>
          </ac:spMkLst>
        </pc:spChg>
        <pc:spChg chg="mod">
          <ac:chgData name="J. Zähnle" userId="de1ae78697a9c2fc" providerId="LiveId" clId="{93504D54-21B4-4E5B-BDFB-153E28339CE9}" dt="2025-06-26T15:54:38.013" v="373" actId="1076"/>
          <ac:spMkLst>
            <pc:docMk/>
            <pc:sldMk cId="1316777542" sldId="257"/>
            <ac:spMk id="108" creationId="{7EAB7F80-8F03-D034-E807-5EE7C8AF5009}"/>
          </ac:spMkLst>
        </pc:spChg>
        <pc:spChg chg="mod">
          <ac:chgData name="J. Zähnle" userId="de1ae78697a9c2fc" providerId="LiveId" clId="{93504D54-21B4-4E5B-BDFB-153E28339CE9}" dt="2025-06-26T15:55:07.097" v="377" actId="1076"/>
          <ac:spMkLst>
            <pc:docMk/>
            <pc:sldMk cId="1316777542" sldId="257"/>
            <ac:spMk id="113" creationId="{FD7A7DF5-E59B-C36B-80CE-24653B5E72DA}"/>
          </ac:spMkLst>
        </pc:spChg>
        <pc:spChg chg="mod">
          <ac:chgData name="J. Zähnle" userId="de1ae78697a9c2fc" providerId="LiveId" clId="{93504D54-21B4-4E5B-BDFB-153E28339CE9}" dt="2025-06-26T15:55:20.321" v="378" actId="1076"/>
          <ac:spMkLst>
            <pc:docMk/>
            <pc:sldMk cId="1316777542" sldId="257"/>
            <ac:spMk id="115" creationId="{B34A18A7-AF77-FB69-A4B3-711F9E16FF81}"/>
          </ac:spMkLst>
        </pc:spChg>
        <pc:spChg chg="mod">
          <ac:chgData name="J. Zähnle" userId="de1ae78697a9c2fc" providerId="LiveId" clId="{93504D54-21B4-4E5B-BDFB-153E28339CE9}" dt="2025-06-26T15:55:26.888" v="379" actId="1076"/>
          <ac:spMkLst>
            <pc:docMk/>
            <pc:sldMk cId="1316777542" sldId="257"/>
            <ac:spMk id="119" creationId="{5C8D4D48-8132-C2F4-B57A-09EE3F3A61E1}"/>
          </ac:spMkLst>
        </pc:spChg>
        <pc:spChg chg="mod">
          <ac:chgData name="J. Zähnle" userId="de1ae78697a9c2fc" providerId="LiveId" clId="{93504D54-21B4-4E5B-BDFB-153E28339CE9}" dt="2025-07-02T13:46:53.833" v="548" actId="1076"/>
          <ac:spMkLst>
            <pc:docMk/>
            <pc:sldMk cId="1316777542" sldId="257"/>
            <ac:spMk id="120" creationId="{66237CA5-0116-53A2-265A-C4F700D12AB0}"/>
          </ac:spMkLst>
        </pc:spChg>
        <pc:spChg chg="mod">
          <ac:chgData name="J. Zähnle" userId="de1ae78697a9c2fc" providerId="LiveId" clId="{93504D54-21B4-4E5B-BDFB-153E28339CE9}" dt="2025-06-26T15:54:31.644" v="371" actId="1076"/>
          <ac:spMkLst>
            <pc:docMk/>
            <pc:sldMk cId="1316777542" sldId="257"/>
            <ac:spMk id="121" creationId="{ECD703FD-A6A0-D12D-C18B-6E5B9ED6024F}"/>
          </ac:spMkLst>
        </pc:spChg>
        <pc:spChg chg="mod">
          <ac:chgData name="J. Zähnle" userId="de1ae78697a9c2fc" providerId="LiveId" clId="{93504D54-21B4-4E5B-BDFB-153E28339CE9}" dt="2025-06-26T15:54:48.221" v="375" actId="1076"/>
          <ac:spMkLst>
            <pc:docMk/>
            <pc:sldMk cId="1316777542" sldId="257"/>
            <ac:spMk id="122" creationId="{13573936-A088-70D6-E2B9-792387B1F243}"/>
          </ac:spMkLst>
        </pc:spChg>
        <pc:cxnChg chg="mod">
          <ac:chgData name="J. Zähnle" userId="de1ae78697a9c2fc" providerId="LiveId" clId="{93504D54-21B4-4E5B-BDFB-153E28339CE9}" dt="2025-06-26T15:53:47.410" v="359" actId="14100"/>
          <ac:cxnSpMkLst>
            <pc:docMk/>
            <pc:sldMk cId="1316777542" sldId="257"/>
            <ac:cxnSpMk id="79" creationId="{5CADEB47-D5AC-B75A-8389-3A211E7CB0C4}"/>
          </ac:cxnSpMkLst>
        </pc:cxnChg>
      </pc:sldChg>
      <pc:sldChg chg="addSp delSp modSp new mod">
        <pc:chgData name="J. Zähnle" userId="de1ae78697a9c2fc" providerId="LiveId" clId="{93504D54-21B4-4E5B-BDFB-153E28339CE9}" dt="2025-07-02T13:55:34.377" v="559" actId="1076"/>
        <pc:sldMkLst>
          <pc:docMk/>
          <pc:sldMk cId="1347955398" sldId="258"/>
        </pc:sldMkLst>
        <pc:picChg chg="add mod">
          <ac:chgData name="J. Zähnle" userId="de1ae78697a9c2fc" providerId="LiveId" clId="{93504D54-21B4-4E5B-BDFB-153E28339CE9}" dt="2025-07-02T13:48:26.909" v="558" actId="1076"/>
          <ac:picMkLst>
            <pc:docMk/>
            <pc:sldMk cId="1347955398" sldId="258"/>
            <ac:picMk id="5" creationId="{80E04F40-3BAE-45CB-95B5-329AE1E9D814}"/>
          </ac:picMkLst>
        </pc:picChg>
        <pc:picChg chg="add mod">
          <ac:chgData name="J. Zähnle" userId="de1ae78697a9c2fc" providerId="LiveId" clId="{93504D54-21B4-4E5B-BDFB-153E28339CE9}" dt="2025-07-02T13:55:34.377" v="559" actId="1076"/>
          <ac:picMkLst>
            <pc:docMk/>
            <pc:sldMk cId="1347955398" sldId="258"/>
            <ac:picMk id="7" creationId="{3BF1D9FD-1F0A-5013-EB92-0FCD55C93A39}"/>
          </ac:picMkLst>
        </pc:picChg>
      </pc:sldChg>
      <pc:sldChg chg="addSp delSp modSp new add del mod">
        <pc:chgData name="J. Zähnle" userId="de1ae78697a9c2fc" providerId="LiveId" clId="{93504D54-21B4-4E5B-BDFB-153E28339CE9}" dt="2025-07-02T13:47:30.057" v="555" actId="1076"/>
        <pc:sldMkLst>
          <pc:docMk/>
          <pc:sldMk cId="3499026042" sldId="259"/>
        </pc:sldMkLst>
        <pc:spChg chg="add mod">
          <ac:chgData name="J. Zähnle" userId="de1ae78697a9c2fc" providerId="LiveId" clId="{93504D54-21B4-4E5B-BDFB-153E28339CE9}" dt="2025-06-26T16:22:30.262" v="420" actId="20577"/>
          <ac:spMkLst>
            <pc:docMk/>
            <pc:sldMk cId="3499026042" sldId="259"/>
            <ac:spMk id="6" creationId="{79BF2749-8B84-CB4C-2191-FD67BDE9E075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18" creationId="{587C269A-750E-70AA-D81F-8B6665D0F4A7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25" creationId="{F2956D78-C4D9-AFDB-16A1-53E8A9A63549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26" creationId="{3BAA9F7D-84DC-7254-E1E6-EBFE3B1F1659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56" creationId="{6678B0FA-CDE1-43B0-7351-3B7FDC92AD3B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58" creationId="{170891FA-514C-C549-21A9-83C7126203E0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62" creationId="{9C9FDFBD-652F-DB29-246B-7F714AE0E69C}"/>
          </ac:spMkLst>
        </pc:spChg>
        <pc:spChg chg="mod">
          <ac:chgData name="J. Zähnle" userId="de1ae78697a9c2fc" providerId="LiveId" clId="{93504D54-21B4-4E5B-BDFB-153E28339CE9}" dt="2025-07-02T13:47:30.057" v="555" actId="1076"/>
          <ac:spMkLst>
            <pc:docMk/>
            <pc:sldMk cId="3499026042" sldId="259"/>
            <ac:spMk id="68" creationId="{648D15C0-FC9B-8F0A-5852-6BC44A226590}"/>
          </ac:spMkLst>
        </pc:spChg>
        <pc:spChg chg="add mod">
          <ac:chgData name="J. Zähnle" userId="de1ae78697a9c2fc" providerId="LiveId" clId="{93504D54-21B4-4E5B-BDFB-153E28339CE9}" dt="2025-06-26T16:22:22.664" v="418"/>
          <ac:spMkLst>
            <pc:docMk/>
            <pc:sldMk cId="3499026042" sldId="259"/>
            <ac:spMk id="78" creationId="{BEC9BE5B-1F52-019B-55C6-D06A7623BCD5}"/>
          </ac:spMkLst>
        </pc:spChg>
        <pc:picChg chg="add del mod">
          <ac:chgData name="J. Zähnle" userId="de1ae78697a9c2fc" providerId="LiveId" clId="{93504D54-21B4-4E5B-BDFB-153E28339CE9}" dt="2025-06-26T16:23:24.948" v="450" actId="478"/>
          <ac:picMkLst>
            <pc:docMk/>
            <pc:sldMk cId="3499026042" sldId="259"/>
            <ac:picMk id="5" creationId="{F8FD4B41-664A-2515-5308-03F9385E6D2D}"/>
          </ac:picMkLst>
        </pc:picChg>
        <pc:cxnChg chg="add del mod">
          <ac:chgData name="J. Zähnle" userId="de1ae78697a9c2fc" providerId="LiveId" clId="{93504D54-21B4-4E5B-BDFB-153E28339CE9}" dt="2025-07-02T13:47:19.868" v="552" actId="478"/>
          <ac:cxnSpMkLst>
            <pc:docMk/>
            <pc:sldMk cId="3499026042" sldId="259"/>
            <ac:cxnSpMk id="80" creationId="{7FB2C4A1-02F6-8ACB-CD83-321441F72ADF}"/>
          </ac:cxnSpMkLst>
        </pc:cxnChg>
      </pc:sldChg>
      <pc:sldChg chg="addSp delSp modSp add mod ord">
        <pc:chgData name="J. Zähnle" userId="de1ae78697a9c2fc" providerId="LiveId" clId="{93504D54-21B4-4E5B-BDFB-153E28339CE9}" dt="2025-07-02T13:47:07.529" v="551" actId="1076"/>
        <pc:sldMkLst>
          <pc:docMk/>
          <pc:sldMk cId="2972738696" sldId="260"/>
        </pc:sldMkLst>
        <pc:spChg chg="mod">
          <ac:chgData name="J. Zähnle" userId="de1ae78697a9c2fc" providerId="LiveId" clId="{93504D54-21B4-4E5B-BDFB-153E28339CE9}" dt="2025-06-26T16:23:45.684" v="456" actId="20577"/>
          <ac:spMkLst>
            <pc:docMk/>
            <pc:sldMk cId="2972738696" sldId="260"/>
            <ac:spMk id="6" creationId="{A4E74CE9-3AA3-A738-5CB3-86CDEC441BE1}"/>
          </ac:spMkLst>
        </pc:spChg>
        <pc:spChg chg="mod">
          <ac:chgData name="J. Zähnle" userId="de1ae78697a9c2fc" providerId="LiveId" clId="{93504D54-21B4-4E5B-BDFB-153E28339CE9}" dt="2025-07-02T13:47:07.529" v="551" actId="1076"/>
          <ac:spMkLst>
            <pc:docMk/>
            <pc:sldMk cId="2972738696" sldId="260"/>
            <ac:spMk id="107" creationId="{2935EC34-970C-349D-8D44-4D6E462C0A18}"/>
          </ac:spMkLst>
        </pc:spChg>
        <pc:picChg chg="add del mod ord">
          <ac:chgData name="J. Zähnle" userId="de1ae78697a9c2fc" providerId="LiveId" clId="{93504D54-21B4-4E5B-BDFB-153E28339CE9}" dt="2025-06-26T16:26:11.420" v="515" actId="478"/>
          <ac:picMkLst>
            <pc:docMk/>
            <pc:sldMk cId="2972738696" sldId="260"/>
            <ac:picMk id="31" creationId="{29DFEA32-930D-15D8-8297-C999BCC26C84}"/>
          </ac:picMkLst>
        </pc:picChg>
      </pc:sldChg>
      <pc:sldChg chg="addSp delSp modSp new mod">
        <pc:chgData name="J. Zähnle" userId="de1ae78697a9c2fc" providerId="LiveId" clId="{93504D54-21B4-4E5B-BDFB-153E28339CE9}" dt="2025-07-02T13:47:51.757" v="556" actId="1076"/>
        <pc:sldMkLst>
          <pc:docMk/>
          <pc:sldMk cId="1234517027" sldId="261"/>
        </pc:sldMkLst>
        <pc:picChg chg="add mod">
          <ac:chgData name="J. Zähnle" userId="de1ae78697a9c2fc" providerId="LiveId" clId="{93504D54-21B4-4E5B-BDFB-153E28339CE9}" dt="2025-06-26T16:27:30.518" v="530" actId="1076"/>
          <ac:picMkLst>
            <pc:docMk/>
            <pc:sldMk cId="1234517027" sldId="261"/>
            <ac:picMk id="7" creationId="{BF5CDC35-6FD8-DB7E-AE55-E6AAD1794392}"/>
          </ac:picMkLst>
        </pc:picChg>
        <pc:picChg chg="add mod">
          <ac:chgData name="J. Zähnle" userId="de1ae78697a9c2fc" providerId="LiveId" clId="{93504D54-21B4-4E5B-BDFB-153E28339CE9}" dt="2025-07-02T13:47:51.757" v="556" actId="1076"/>
          <ac:picMkLst>
            <pc:docMk/>
            <pc:sldMk cId="1234517027" sldId="261"/>
            <ac:picMk id="8" creationId="{7C8D2953-BA84-DA25-DB64-F9EAD52864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5BC19-AE64-1D9C-7C8E-EB49074E6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161603-356A-971D-4326-0D10337D0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859C3D-642A-A38D-3272-8F010E1E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8F9F12-9643-DC3A-89F2-E985A217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90EE53-6BD6-FB25-803B-CC779171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66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DD554-A4E1-EC6F-6942-13C63E9C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E4528B-D129-5710-B982-0872B94DE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B1311-91E1-FDD9-C599-F048A32F8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66A93E-B4B4-C66F-B391-6E44A6F6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57C9E9-FC61-60DD-9655-913F0BCC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25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5BBF7-5752-BEB3-FE8A-88FDDA0C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7A86AA-375F-9EF2-862A-BAFC7906D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52C518-8747-A332-F9D6-F4153E17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6F4CDA-9831-6DD8-BD75-9D4DC2A0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E2916F-27E6-19ED-AFBA-E2CB6520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94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1FCF7-C238-E1C2-FC41-2D7C424C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E3D7E9-22B9-DAFD-A97D-B648C84C9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B24E09-48AE-EBDC-6D3F-10A724A50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5ABAD7-6379-2D11-CCB5-9E12B38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3932A0-1DEB-2124-7CDE-D23BD055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EF4FD-D56A-397E-1CE5-DC0D57F6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66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103155-2265-67B3-4F15-81915911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BC9F6D-C539-9947-AA22-FC0B464A9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ACCD31-2432-1EDB-62E5-5DE680C4E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A53EEC3-A9DC-9BDA-A02E-1DAC9D24A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CC57FEC-DA39-9107-DCC6-AF4C4AA4D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B7F2AE-9FCA-EC81-785E-1A096124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82CB80-A113-F851-84E6-2C5DD86F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D23FC1B-1A4A-5184-F463-9DF36922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B8056-7A0A-F366-EFBC-A6A5DF67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479ADD-E847-466D-63E1-629FD5C1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098CBC-8F81-9A9D-C925-01CF45C3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77A4F4-23DF-AC41-D9D1-3037846F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70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2A17AC-9EF5-920F-B9CE-2684BE8C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4C2827-C27C-BAE2-58D1-6F13A0DE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4F3B9-15EB-031E-2666-84DFF612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396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FAF05-73F0-3F67-300A-CD16074A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4885CF-12CA-DECB-644A-0D49F7BD5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ACA1B9-0403-2798-9E06-58DD2B385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E518B3-97AB-9E60-7053-DE2E4175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52E5D1-24B1-CAFB-EA94-4548EE5B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F88BD9-45F8-9CEA-83F7-62AD34B7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571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9000D-BC03-242C-EF55-34C1D0E0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90E48E1-4113-EC76-7EC8-4C6B738BE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E39375-530F-1A17-F9FE-DE239E51C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D7C023-AC0C-2694-9530-63F65446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2D89CB-FAFF-2B6A-D5A9-7588D4E0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A6B63E-C34F-BE5C-7C0E-13128528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47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F52B9-920E-94EA-1B08-86943BAB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790FBC-3044-E3EB-14FC-53021E8E1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9D09CE-6A8D-0B59-C3A3-C85E4D30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3C3AA-EF98-8558-845F-73035C34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9C4552-011E-358B-AEE5-504BEE24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84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CEE735-F535-5294-A65E-6532A1F74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A3C512-F34D-0FC1-C920-FE8EB8819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1194E-7F88-6C7E-215A-A9B75FF2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C1425-76DF-2296-C6DB-AFBCDF07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C986DB-6384-7468-02B0-E3B4FEFD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89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E46E47-5738-AD4E-905E-2756C558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7A9438-EA23-29A8-B0BE-57B2116C7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82C18D-F6DA-E94D-FD8C-E579D4FD6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F2AB3-2D5F-4EF6-B7DA-53170634667C}" type="datetimeFigureOut">
              <a:rPr lang="de-DE" smtClean="0"/>
              <a:t>02.07.2025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AA4BFB-89C5-610F-6B84-0D713B4A9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15CBDF-0175-497B-9811-9D6F8DEED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F76B6-3C38-4038-AB57-0864A40687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49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CBD40B2-0A15-610D-99F6-BC6CE675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2308622"/>
            <a:ext cx="7020877" cy="388643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163FB27-A7FA-B482-45BB-5F90B45E073D}"/>
              </a:ext>
            </a:extLst>
          </p:cNvPr>
          <p:cNvSpPr txBox="1"/>
          <p:nvPr/>
        </p:nvSpPr>
        <p:spPr>
          <a:xfrm>
            <a:off x="356839" y="133815"/>
            <a:ext cx="59544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u="sng" dirty="0"/>
              <a:t>18 Pin-Kabel (von der Elektronik-Box aus)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C34BBDD-B859-6EB7-E79B-FA7944A7EB5C}"/>
              </a:ext>
            </a:extLst>
          </p:cNvPr>
          <p:cNvSpPr/>
          <p:nvPr/>
        </p:nvSpPr>
        <p:spPr>
          <a:xfrm>
            <a:off x="28041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30E9D4E-D278-2B13-E7E2-FFDDFA1EE523}"/>
              </a:ext>
            </a:extLst>
          </p:cNvPr>
          <p:cNvSpPr/>
          <p:nvPr/>
        </p:nvSpPr>
        <p:spPr>
          <a:xfrm>
            <a:off x="30835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7BB9AC3-EE00-80A5-B846-F3A0986561FC}"/>
              </a:ext>
            </a:extLst>
          </p:cNvPr>
          <p:cNvSpPr/>
          <p:nvPr/>
        </p:nvSpPr>
        <p:spPr>
          <a:xfrm>
            <a:off x="33629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E343F0-6BF4-1DB4-64E1-9DA78CDC7A88}"/>
              </a:ext>
            </a:extLst>
          </p:cNvPr>
          <p:cNvSpPr/>
          <p:nvPr/>
        </p:nvSpPr>
        <p:spPr>
          <a:xfrm>
            <a:off x="36728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765297-F43B-E85E-1045-168AF68273DD}"/>
              </a:ext>
            </a:extLst>
          </p:cNvPr>
          <p:cNvSpPr/>
          <p:nvPr/>
        </p:nvSpPr>
        <p:spPr>
          <a:xfrm>
            <a:off x="39522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5D3D456-BDDC-8F18-3A3D-F98F55FD1BF4}"/>
              </a:ext>
            </a:extLst>
          </p:cNvPr>
          <p:cNvSpPr/>
          <p:nvPr/>
        </p:nvSpPr>
        <p:spPr>
          <a:xfrm>
            <a:off x="42316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460DAB3-DD03-4357-E409-94197442E1BA}"/>
              </a:ext>
            </a:extLst>
          </p:cNvPr>
          <p:cNvSpPr/>
          <p:nvPr/>
        </p:nvSpPr>
        <p:spPr>
          <a:xfrm>
            <a:off x="45391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2163EA7-9A2D-F189-2E9E-43D363CC9D5B}"/>
              </a:ext>
            </a:extLst>
          </p:cNvPr>
          <p:cNvSpPr/>
          <p:nvPr/>
        </p:nvSpPr>
        <p:spPr>
          <a:xfrm>
            <a:off x="48185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D300BA1-D199-E10B-8722-C578F94EE962}"/>
              </a:ext>
            </a:extLst>
          </p:cNvPr>
          <p:cNvSpPr/>
          <p:nvPr/>
        </p:nvSpPr>
        <p:spPr>
          <a:xfrm>
            <a:off x="50979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EAA347B-5817-5965-75F2-FFBD0B606196}"/>
              </a:ext>
            </a:extLst>
          </p:cNvPr>
          <p:cNvSpPr/>
          <p:nvPr/>
        </p:nvSpPr>
        <p:spPr>
          <a:xfrm>
            <a:off x="2749296" y="2898648"/>
            <a:ext cx="878490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56F1B9A-2C76-AF9E-D20F-77889359A2CB}"/>
              </a:ext>
            </a:extLst>
          </p:cNvPr>
          <p:cNvSpPr/>
          <p:nvPr/>
        </p:nvSpPr>
        <p:spPr>
          <a:xfrm>
            <a:off x="4500920" y="2898648"/>
            <a:ext cx="863210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6F41A84-7ECC-17F1-9E4F-0EDBBCEB8B4A}"/>
              </a:ext>
            </a:extLst>
          </p:cNvPr>
          <p:cNvSpPr/>
          <p:nvPr/>
        </p:nvSpPr>
        <p:spPr>
          <a:xfrm>
            <a:off x="6150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036FAED-940E-E501-236F-7E6BA3EB614F}"/>
              </a:ext>
            </a:extLst>
          </p:cNvPr>
          <p:cNvSpPr/>
          <p:nvPr/>
        </p:nvSpPr>
        <p:spPr>
          <a:xfrm>
            <a:off x="64302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DE3B5B3-4E02-BE82-920C-0F262AA84B56}"/>
              </a:ext>
            </a:extLst>
          </p:cNvPr>
          <p:cNvSpPr/>
          <p:nvPr/>
        </p:nvSpPr>
        <p:spPr>
          <a:xfrm>
            <a:off x="67096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FB639E9-DD26-12FE-BFFC-D6AAE4DBA541}"/>
              </a:ext>
            </a:extLst>
          </p:cNvPr>
          <p:cNvSpPr/>
          <p:nvPr/>
        </p:nvSpPr>
        <p:spPr>
          <a:xfrm>
            <a:off x="701954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9DB1D6E-9CEA-184A-0F26-EFD31E2814A5}"/>
              </a:ext>
            </a:extLst>
          </p:cNvPr>
          <p:cNvSpPr/>
          <p:nvPr/>
        </p:nvSpPr>
        <p:spPr>
          <a:xfrm>
            <a:off x="7293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0C1C959-6075-BCD4-4915-9B70C52840CD}"/>
              </a:ext>
            </a:extLst>
          </p:cNvPr>
          <p:cNvSpPr/>
          <p:nvPr/>
        </p:nvSpPr>
        <p:spPr>
          <a:xfrm>
            <a:off x="75935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B6E865A-5F0E-355D-4BC7-A38ACF027FAB}"/>
              </a:ext>
            </a:extLst>
          </p:cNvPr>
          <p:cNvSpPr/>
          <p:nvPr/>
        </p:nvSpPr>
        <p:spPr>
          <a:xfrm>
            <a:off x="78858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E9AE19F-5601-3937-C2E1-4908DFAA9A7F}"/>
              </a:ext>
            </a:extLst>
          </p:cNvPr>
          <p:cNvSpPr/>
          <p:nvPr/>
        </p:nvSpPr>
        <p:spPr>
          <a:xfrm>
            <a:off x="81652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5B210AC-C8EE-5E16-D8EC-BF2FEC810E50}"/>
              </a:ext>
            </a:extLst>
          </p:cNvPr>
          <p:cNvSpPr/>
          <p:nvPr/>
        </p:nvSpPr>
        <p:spPr>
          <a:xfrm>
            <a:off x="84446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1F8594F-18A9-B5A4-32AA-E13BA2F47A95}"/>
              </a:ext>
            </a:extLst>
          </p:cNvPr>
          <p:cNvSpPr/>
          <p:nvPr/>
        </p:nvSpPr>
        <p:spPr>
          <a:xfrm>
            <a:off x="6096000" y="2895600"/>
            <a:ext cx="878490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5BB3A20-E3AB-734A-16E3-C18DBD6BF87E}"/>
              </a:ext>
            </a:extLst>
          </p:cNvPr>
          <p:cNvSpPr/>
          <p:nvPr/>
        </p:nvSpPr>
        <p:spPr>
          <a:xfrm>
            <a:off x="7555134" y="2895600"/>
            <a:ext cx="1155700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935D298-A26D-B22E-A5DD-70206DF64B26}"/>
              </a:ext>
            </a:extLst>
          </p:cNvPr>
          <p:cNvCxnSpPr>
            <a:cxnSpLocks/>
          </p:cNvCxnSpPr>
          <p:nvPr/>
        </p:nvCxnSpPr>
        <p:spPr>
          <a:xfrm>
            <a:off x="1840992" y="2499360"/>
            <a:ext cx="786384" cy="34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3AF3F836-DEFB-8286-F73E-2D8E497FD24D}"/>
              </a:ext>
            </a:extLst>
          </p:cNvPr>
          <p:cNvCxnSpPr>
            <a:cxnSpLocks/>
          </p:cNvCxnSpPr>
          <p:nvPr/>
        </p:nvCxnSpPr>
        <p:spPr>
          <a:xfrm>
            <a:off x="1969008" y="2070116"/>
            <a:ext cx="2145792" cy="77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1B0C306-0C8C-F61F-CDB6-2513D6738AD9}"/>
              </a:ext>
            </a:extLst>
          </p:cNvPr>
          <p:cNvCxnSpPr>
            <a:cxnSpLocks/>
          </p:cNvCxnSpPr>
          <p:nvPr/>
        </p:nvCxnSpPr>
        <p:spPr>
          <a:xfrm>
            <a:off x="2083420" y="1725049"/>
            <a:ext cx="2549540" cy="1073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8A875921-2933-7E03-5A86-09911A9E7B7D}"/>
              </a:ext>
            </a:extLst>
          </p:cNvPr>
          <p:cNvSpPr txBox="1"/>
          <p:nvPr/>
        </p:nvSpPr>
        <p:spPr>
          <a:xfrm>
            <a:off x="356839" y="1473446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Rotation-Modul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02C2C7C-896F-3089-80E8-9C61CDDE7FC1}"/>
              </a:ext>
            </a:extLst>
          </p:cNvPr>
          <p:cNvSpPr txBox="1"/>
          <p:nvPr/>
        </p:nvSpPr>
        <p:spPr>
          <a:xfrm>
            <a:off x="356839" y="1869424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Vertikal-Modul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157E8C70-91EE-1BD6-8EEF-EA05B5E671F2}"/>
              </a:ext>
            </a:extLst>
          </p:cNvPr>
          <p:cNvSpPr txBox="1"/>
          <p:nvPr/>
        </p:nvSpPr>
        <p:spPr>
          <a:xfrm>
            <a:off x="356839" y="2281428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Linear-Modul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504D331-E9AD-C7C6-2B68-073FC5543381}"/>
              </a:ext>
            </a:extLst>
          </p:cNvPr>
          <p:cNvCxnSpPr>
            <a:endCxn id="7" idx="0"/>
          </p:cNvCxnSpPr>
          <p:nvPr/>
        </p:nvCxnSpPr>
        <p:spPr>
          <a:xfrm>
            <a:off x="2915920" y="1473446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80A5024-97A3-8107-814C-233D205FA18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5320" y="1470398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5F921DF-6A94-E4C3-7CD2-726AB1E5DD6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474720" y="1467350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5576F07C-B84D-08BE-D725-8736EFED3657}"/>
              </a:ext>
            </a:extLst>
          </p:cNvPr>
          <p:cNvSpPr txBox="1"/>
          <p:nvPr/>
        </p:nvSpPr>
        <p:spPr>
          <a:xfrm>
            <a:off x="2685084" y="835152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D38267F3-EF98-A556-C4A3-8E3EDE3E34B1}"/>
              </a:ext>
            </a:extLst>
          </p:cNvPr>
          <p:cNvSpPr txBox="1"/>
          <p:nvPr/>
        </p:nvSpPr>
        <p:spPr>
          <a:xfrm>
            <a:off x="2973628" y="966503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59D1F82-56A9-5E61-BBBB-9AD54B572CA5}"/>
              </a:ext>
            </a:extLst>
          </p:cNvPr>
          <p:cNvSpPr txBox="1"/>
          <p:nvPr/>
        </p:nvSpPr>
        <p:spPr>
          <a:xfrm>
            <a:off x="3251198" y="832736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071058C8-CA52-71E5-464C-3BADEE8AF3C0}"/>
              </a:ext>
            </a:extLst>
          </p:cNvPr>
          <p:cNvCxnSpPr/>
          <p:nvPr/>
        </p:nvCxnSpPr>
        <p:spPr>
          <a:xfrm>
            <a:off x="379607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DFDF21A6-C203-718D-6194-8CABD16B0B25}"/>
              </a:ext>
            </a:extLst>
          </p:cNvPr>
          <p:cNvCxnSpPr>
            <a:cxnSpLocks/>
          </p:cNvCxnSpPr>
          <p:nvPr/>
        </p:nvCxnSpPr>
        <p:spPr>
          <a:xfrm>
            <a:off x="407547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3F7E6B8F-59D8-9512-3532-D5D7F9B9F785}"/>
              </a:ext>
            </a:extLst>
          </p:cNvPr>
          <p:cNvCxnSpPr>
            <a:cxnSpLocks/>
          </p:cNvCxnSpPr>
          <p:nvPr/>
        </p:nvCxnSpPr>
        <p:spPr>
          <a:xfrm>
            <a:off x="435487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379C2EF4-93E5-D454-4612-DAF4063478B6}"/>
              </a:ext>
            </a:extLst>
          </p:cNvPr>
          <p:cNvSpPr txBox="1"/>
          <p:nvPr/>
        </p:nvSpPr>
        <p:spPr>
          <a:xfrm>
            <a:off x="3565239" y="85063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90D5DFC3-D87F-16E4-84B3-AF95A5A65240}"/>
              </a:ext>
            </a:extLst>
          </p:cNvPr>
          <p:cNvSpPr txBox="1"/>
          <p:nvPr/>
        </p:nvSpPr>
        <p:spPr>
          <a:xfrm>
            <a:off x="385378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303302E2-CF35-640B-4ED8-B4E50D5733BD}"/>
              </a:ext>
            </a:extLst>
          </p:cNvPr>
          <p:cNvSpPr txBox="1"/>
          <p:nvPr/>
        </p:nvSpPr>
        <p:spPr>
          <a:xfrm>
            <a:off x="4131353" y="84821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6CF6A653-7F89-933F-025E-61843AC2F1EC}"/>
              </a:ext>
            </a:extLst>
          </p:cNvPr>
          <p:cNvCxnSpPr/>
          <p:nvPr/>
        </p:nvCxnSpPr>
        <p:spPr>
          <a:xfrm>
            <a:off x="464225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9A99CBFE-B83F-510A-67E7-21E801636838}"/>
              </a:ext>
            </a:extLst>
          </p:cNvPr>
          <p:cNvCxnSpPr>
            <a:cxnSpLocks/>
          </p:cNvCxnSpPr>
          <p:nvPr/>
        </p:nvCxnSpPr>
        <p:spPr>
          <a:xfrm>
            <a:off x="492165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24E33BDE-2DEA-B0B5-C701-FE433C0B0E3B}"/>
              </a:ext>
            </a:extLst>
          </p:cNvPr>
          <p:cNvCxnSpPr>
            <a:cxnSpLocks/>
          </p:cNvCxnSpPr>
          <p:nvPr/>
        </p:nvCxnSpPr>
        <p:spPr>
          <a:xfrm>
            <a:off x="520105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6D8BF42A-5E79-93DD-04AA-8D52153DFFCD}"/>
              </a:ext>
            </a:extLst>
          </p:cNvPr>
          <p:cNvSpPr txBox="1"/>
          <p:nvPr/>
        </p:nvSpPr>
        <p:spPr>
          <a:xfrm>
            <a:off x="4411419" y="85063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066817D-564E-DF2B-0826-73A0A3829096}"/>
              </a:ext>
            </a:extLst>
          </p:cNvPr>
          <p:cNvSpPr txBox="1"/>
          <p:nvPr/>
        </p:nvSpPr>
        <p:spPr>
          <a:xfrm>
            <a:off x="469996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8F4148C2-F75E-C3FA-3F11-C864BA9B093A}"/>
              </a:ext>
            </a:extLst>
          </p:cNvPr>
          <p:cNvSpPr txBox="1"/>
          <p:nvPr/>
        </p:nvSpPr>
        <p:spPr>
          <a:xfrm>
            <a:off x="4977533" y="84821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11264680-9BFA-5AF6-57BD-0C2E3C4BA0E0}"/>
              </a:ext>
            </a:extLst>
          </p:cNvPr>
          <p:cNvCxnSpPr>
            <a:cxnSpLocks/>
          </p:cNvCxnSpPr>
          <p:nvPr/>
        </p:nvCxnSpPr>
        <p:spPr>
          <a:xfrm flipH="1">
            <a:off x="6760464" y="1786128"/>
            <a:ext cx="2554224" cy="105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002525EC-530C-EC66-E041-6C7531EB6DCF}"/>
              </a:ext>
            </a:extLst>
          </p:cNvPr>
          <p:cNvCxnSpPr>
            <a:cxnSpLocks/>
            <a:stCxn id="83" idx="1"/>
            <a:endCxn id="29" idx="0"/>
          </p:cNvCxnSpPr>
          <p:nvPr/>
        </p:nvCxnSpPr>
        <p:spPr>
          <a:xfrm flipH="1">
            <a:off x="7273623" y="2208145"/>
            <a:ext cx="2108256" cy="68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8BAE3046-E9C4-732B-0CBB-FD58286CA098}"/>
              </a:ext>
            </a:extLst>
          </p:cNvPr>
          <p:cNvCxnSpPr/>
          <p:nvPr/>
        </p:nvCxnSpPr>
        <p:spPr>
          <a:xfrm flipH="1">
            <a:off x="8339328" y="2650760"/>
            <a:ext cx="1048512" cy="189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BEE57E2C-5B6A-E777-4B75-A8043C0D4111}"/>
              </a:ext>
            </a:extLst>
          </p:cNvPr>
          <p:cNvSpPr txBox="1"/>
          <p:nvPr/>
        </p:nvSpPr>
        <p:spPr>
          <a:xfrm>
            <a:off x="9381879" y="2445496"/>
            <a:ext cx="182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RGB-LED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2C92F754-9299-39C8-FD8C-7C2A9EBEBE5E}"/>
              </a:ext>
            </a:extLst>
          </p:cNvPr>
          <p:cNvSpPr txBox="1"/>
          <p:nvPr/>
        </p:nvSpPr>
        <p:spPr>
          <a:xfrm>
            <a:off x="9381879" y="2023479"/>
            <a:ext cx="168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Button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F91E7A3C-6863-55BD-7A7B-6E889B33211F}"/>
              </a:ext>
            </a:extLst>
          </p:cNvPr>
          <p:cNvSpPr txBox="1"/>
          <p:nvPr/>
        </p:nvSpPr>
        <p:spPr>
          <a:xfrm>
            <a:off x="9387840" y="1601462"/>
            <a:ext cx="195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Vibrationsmotor</a:t>
            </a: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AB2A5B74-D7A3-B621-AFBD-17166FADA089}"/>
              </a:ext>
            </a:extLst>
          </p:cNvPr>
          <p:cNvCxnSpPr/>
          <p:nvPr/>
        </p:nvCxnSpPr>
        <p:spPr>
          <a:xfrm>
            <a:off x="6266948" y="1480691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87488780-D684-F423-D271-0BC113E1D951}"/>
              </a:ext>
            </a:extLst>
          </p:cNvPr>
          <p:cNvCxnSpPr>
            <a:cxnSpLocks/>
          </p:cNvCxnSpPr>
          <p:nvPr/>
        </p:nvCxnSpPr>
        <p:spPr>
          <a:xfrm>
            <a:off x="6546348" y="1477643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A5913FD2-2554-B431-EDCF-7E84F57FA200}"/>
              </a:ext>
            </a:extLst>
          </p:cNvPr>
          <p:cNvCxnSpPr>
            <a:cxnSpLocks/>
          </p:cNvCxnSpPr>
          <p:nvPr/>
        </p:nvCxnSpPr>
        <p:spPr>
          <a:xfrm>
            <a:off x="6825748" y="1474595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DCA9607B-0452-823C-AFCC-AC0862502B1B}"/>
              </a:ext>
            </a:extLst>
          </p:cNvPr>
          <p:cNvSpPr txBox="1"/>
          <p:nvPr/>
        </p:nvSpPr>
        <p:spPr>
          <a:xfrm>
            <a:off x="6036112" y="84239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31C1A102-FDE7-0F70-E0A0-5040043CB503}"/>
              </a:ext>
            </a:extLst>
          </p:cNvPr>
          <p:cNvSpPr txBox="1"/>
          <p:nvPr/>
        </p:nvSpPr>
        <p:spPr>
          <a:xfrm>
            <a:off x="6324656" y="973748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B2AC5985-FE18-9262-9C5F-B755CAB39231}"/>
              </a:ext>
            </a:extLst>
          </p:cNvPr>
          <p:cNvCxnSpPr/>
          <p:nvPr/>
        </p:nvCxnSpPr>
        <p:spPr>
          <a:xfrm>
            <a:off x="714710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058CCCB2-D649-08C6-DA7A-8A23ED1F3027}"/>
              </a:ext>
            </a:extLst>
          </p:cNvPr>
          <p:cNvCxnSpPr>
            <a:cxnSpLocks/>
          </p:cNvCxnSpPr>
          <p:nvPr/>
        </p:nvCxnSpPr>
        <p:spPr>
          <a:xfrm>
            <a:off x="742650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CB80F74E-06B1-6A03-05EB-D73973599E0B}"/>
              </a:ext>
            </a:extLst>
          </p:cNvPr>
          <p:cNvCxnSpPr>
            <a:cxnSpLocks/>
          </p:cNvCxnSpPr>
          <p:nvPr/>
        </p:nvCxnSpPr>
        <p:spPr>
          <a:xfrm>
            <a:off x="770590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44BF6496-2EB6-49A0-EC45-27BB10F6A343}"/>
              </a:ext>
            </a:extLst>
          </p:cNvPr>
          <p:cNvSpPr txBox="1"/>
          <p:nvPr/>
        </p:nvSpPr>
        <p:spPr>
          <a:xfrm>
            <a:off x="6916267" y="234496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505052A2-3AB0-E3D5-02DC-4B57E8F29F7F}"/>
              </a:ext>
            </a:extLst>
          </p:cNvPr>
          <p:cNvSpPr txBox="1"/>
          <p:nvPr/>
        </p:nvSpPr>
        <p:spPr>
          <a:xfrm>
            <a:off x="7202976" y="859692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67D2015E-10AB-50FF-C865-A6B7C50598E8}"/>
              </a:ext>
            </a:extLst>
          </p:cNvPr>
          <p:cNvSpPr txBox="1"/>
          <p:nvPr/>
        </p:nvSpPr>
        <p:spPr>
          <a:xfrm>
            <a:off x="7483341" y="104564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B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A8077B71-221D-7206-CFD2-CAE3B0E52FFE}"/>
              </a:ext>
            </a:extLst>
          </p:cNvPr>
          <p:cNvCxnSpPr/>
          <p:nvPr/>
        </p:nvCxnSpPr>
        <p:spPr>
          <a:xfrm>
            <a:off x="799328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79FF50D-EA7D-BE0D-8032-16ECE3DFC7CB}"/>
              </a:ext>
            </a:extLst>
          </p:cNvPr>
          <p:cNvCxnSpPr>
            <a:cxnSpLocks/>
          </p:cNvCxnSpPr>
          <p:nvPr/>
        </p:nvCxnSpPr>
        <p:spPr>
          <a:xfrm>
            <a:off x="827268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EE0D7468-378D-8E66-CD03-088B49926851}"/>
              </a:ext>
            </a:extLst>
          </p:cNvPr>
          <p:cNvCxnSpPr>
            <a:cxnSpLocks/>
          </p:cNvCxnSpPr>
          <p:nvPr/>
        </p:nvCxnSpPr>
        <p:spPr>
          <a:xfrm>
            <a:off x="855208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3122CDF1-1499-54D2-0601-3C2DD1D5EB49}"/>
              </a:ext>
            </a:extLst>
          </p:cNvPr>
          <p:cNvSpPr txBox="1"/>
          <p:nvPr/>
        </p:nvSpPr>
        <p:spPr>
          <a:xfrm>
            <a:off x="7761871" y="104254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3FC3B198-4DF5-5ACB-4390-C76EAA450081}"/>
              </a:ext>
            </a:extLst>
          </p:cNvPr>
          <p:cNvSpPr txBox="1"/>
          <p:nvPr/>
        </p:nvSpPr>
        <p:spPr>
          <a:xfrm>
            <a:off x="8044658" y="104254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R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D8F57F96-05FF-1673-955A-0828DF2F8D1E}"/>
              </a:ext>
            </a:extLst>
          </p:cNvPr>
          <p:cNvSpPr txBox="1"/>
          <p:nvPr/>
        </p:nvSpPr>
        <p:spPr>
          <a:xfrm>
            <a:off x="8329303" y="1042541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52DEE20-9C80-7015-8497-FEF45DBF322C}"/>
              </a:ext>
            </a:extLst>
          </p:cNvPr>
          <p:cNvSpPr/>
          <p:nvPr/>
        </p:nvSpPr>
        <p:spPr>
          <a:xfrm>
            <a:off x="3649630" y="2898648"/>
            <a:ext cx="83813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C7948F2-16E4-30DD-FC6F-08F14941759D}"/>
              </a:ext>
            </a:extLst>
          </p:cNvPr>
          <p:cNvSpPr/>
          <p:nvPr/>
        </p:nvSpPr>
        <p:spPr>
          <a:xfrm>
            <a:off x="6996334" y="2895600"/>
            <a:ext cx="554578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A932D5BD-6E50-1566-532C-A47BC891A9F7}"/>
              </a:ext>
            </a:extLst>
          </p:cNvPr>
          <p:cNvSpPr txBox="1"/>
          <p:nvPr/>
        </p:nvSpPr>
        <p:spPr>
          <a:xfrm>
            <a:off x="6597956" y="234496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</p:spTree>
    <p:extLst>
      <p:ext uri="{BB962C8B-B14F-4D97-AF65-F5344CB8AC3E}">
        <p14:creationId xmlns:p14="http://schemas.microsoft.com/office/powerpoint/2010/main" val="71071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ADF5-1EA0-A9C6-C83E-9118993C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3A788C5-A935-6BE2-C62A-56260CD4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2308622"/>
            <a:ext cx="7020877" cy="388643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031D536-734B-3406-4F2D-F6524A98B5EC}"/>
              </a:ext>
            </a:extLst>
          </p:cNvPr>
          <p:cNvSpPr txBox="1"/>
          <p:nvPr/>
        </p:nvSpPr>
        <p:spPr>
          <a:xfrm>
            <a:off x="356839" y="133815"/>
            <a:ext cx="6352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u="sng" dirty="0"/>
              <a:t>18 Pin-Kabel (von einem Modul aus)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009889D-E033-012F-96F6-B14A5786B987}"/>
              </a:ext>
            </a:extLst>
          </p:cNvPr>
          <p:cNvSpPr/>
          <p:nvPr/>
        </p:nvSpPr>
        <p:spPr>
          <a:xfrm>
            <a:off x="28041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92832FD-EA1B-06C7-2105-5FB3190C433A}"/>
              </a:ext>
            </a:extLst>
          </p:cNvPr>
          <p:cNvSpPr/>
          <p:nvPr/>
        </p:nvSpPr>
        <p:spPr>
          <a:xfrm>
            <a:off x="30835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8731AF1-6D9D-01C0-7D08-B1FA040FD1C2}"/>
              </a:ext>
            </a:extLst>
          </p:cNvPr>
          <p:cNvSpPr/>
          <p:nvPr/>
        </p:nvSpPr>
        <p:spPr>
          <a:xfrm>
            <a:off x="33629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E51DD9E-CC6F-20DC-8F56-A568F71DBB9C}"/>
              </a:ext>
            </a:extLst>
          </p:cNvPr>
          <p:cNvSpPr/>
          <p:nvPr/>
        </p:nvSpPr>
        <p:spPr>
          <a:xfrm>
            <a:off x="36728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9C990B4-6A93-BF71-C7B9-FB87BA598201}"/>
              </a:ext>
            </a:extLst>
          </p:cNvPr>
          <p:cNvSpPr/>
          <p:nvPr/>
        </p:nvSpPr>
        <p:spPr>
          <a:xfrm>
            <a:off x="39522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D9F7A08-B299-4439-9428-03DA366D5980}"/>
              </a:ext>
            </a:extLst>
          </p:cNvPr>
          <p:cNvSpPr/>
          <p:nvPr/>
        </p:nvSpPr>
        <p:spPr>
          <a:xfrm>
            <a:off x="42316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4E8136B-63FA-076F-9770-A9D4BF4D7CD4}"/>
              </a:ext>
            </a:extLst>
          </p:cNvPr>
          <p:cNvSpPr/>
          <p:nvPr/>
        </p:nvSpPr>
        <p:spPr>
          <a:xfrm>
            <a:off x="45391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6AF1769-2B71-7BF4-345A-8F9EE0D726EF}"/>
              </a:ext>
            </a:extLst>
          </p:cNvPr>
          <p:cNvSpPr/>
          <p:nvPr/>
        </p:nvSpPr>
        <p:spPr>
          <a:xfrm>
            <a:off x="48185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D43BA67-8930-EA4F-377B-D1C213358FA0}"/>
              </a:ext>
            </a:extLst>
          </p:cNvPr>
          <p:cNvSpPr/>
          <p:nvPr/>
        </p:nvSpPr>
        <p:spPr>
          <a:xfrm>
            <a:off x="50979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0302887-1CDE-A252-D9AD-54F784F095C5}"/>
              </a:ext>
            </a:extLst>
          </p:cNvPr>
          <p:cNvSpPr/>
          <p:nvPr/>
        </p:nvSpPr>
        <p:spPr>
          <a:xfrm>
            <a:off x="2749296" y="2898648"/>
            <a:ext cx="878490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5F80AD4-D5BC-7D58-CA61-281E8EBD3480}"/>
              </a:ext>
            </a:extLst>
          </p:cNvPr>
          <p:cNvSpPr/>
          <p:nvPr/>
        </p:nvSpPr>
        <p:spPr>
          <a:xfrm>
            <a:off x="4500920" y="2898648"/>
            <a:ext cx="863210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69D9911-2239-A212-58F5-7D7A45D10DF3}"/>
              </a:ext>
            </a:extLst>
          </p:cNvPr>
          <p:cNvSpPr/>
          <p:nvPr/>
        </p:nvSpPr>
        <p:spPr>
          <a:xfrm>
            <a:off x="6150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A1E1E04-3971-6C69-5367-69265C326C4B}"/>
              </a:ext>
            </a:extLst>
          </p:cNvPr>
          <p:cNvSpPr/>
          <p:nvPr/>
        </p:nvSpPr>
        <p:spPr>
          <a:xfrm>
            <a:off x="64302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DB71243-4EE2-F2BF-D9EF-7C74DF76AF5A}"/>
              </a:ext>
            </a:extLst>
          </p:cNvPr>
          <p:cNvSpPr/>
          <p:nvPr/>
        </p:nvSpPr>
        <p:spPr>
          <a:xfrm>
            <a:off x="67096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DF564A0-7ED2-7569-5658-44EA26E6786B}"/>
              </a:ext>
            </a:extLst>
          </p:cNvPr>
          <p:cNvSpPr/>
          <p:nvPr/>
        </p:nvSpPr>
        <p:spPr>
          <a:xfrm>
            <a:off x="69966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B245E8D-791D-CA46-36D6-4B0A76AF795D}"/>
              </a:ext>
            </a:extLst>
          </p:cNvPr>
          <p:cNvSpPr/>
          <p:nvPr/>
        </p:nvSpPr>
        <p:spPr>
          <a:xfrm>
            <a:off x="7293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AB2AC92-CC91-712A-359F-3F185722EBA1}"/>
              </a:ext>
            </a:extLst>
          </p:cNvPr>
          <p:cNvSpPr/>
          <p:nvPr/>
        </p:nvSpPr>
        <p:spPr>
          <a:xfrm>
            <a:off x="75935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1DC76BC-350D-BA89-3EBC-C7E4D5556F53}"/>
              </a:ext>
            </a:extLst>
          </p:cNvPr>
          <p:cNvSpPr/>
          <p:nvPr/>
        </p:nvSpPr>
        <p:spPr>
          <a:xfrm>
            <a:off x="78858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4A3191A-1548-D03F-3CED-E689FBC55B8D}"/>
              </a:ext>
            </a:extLst>
          </p:cNvPr>
          <p:cNvSpPr/>
          <p:nvPr/>
        </p:nvSpPr>
        <p:spPr>
          <a:xfrm>
            <a:off x="81652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DF5954B-FC08-FF47-03F5-3E5E977982AC}"/>
              </a:ext>
            </a:extLst>
          </p:cNvPr>
          <p:cNvSpPr/>
          <p:nvPr/>
        </p:nvSpPr>
        <p:spPr>
          <a:xfrm>
            <a:off x="84446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8A61542-4A84-3F49-C380-D2521017677F}"/>
              </a:ext>
            </a:extLst>
          </p:cNvPr>
          <p:cNvSpPr/>
          <p:nvPr/>
        </p:nvSpPr>
        <p:spPr>
          <a:xfrm>
            <a:off x="6095999" y="2895600"/>
            <a:ext cx="1171751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FA7EDBC-B575-C8E7-FFB4-4A27254D26A9}"/>
              </a:ext>
            </a:extLst>
          </p:cNvPr>
          <p:cNvSpPr/>
          <p:nvPr/>
        </p:nvSpPr>
        <p:spPr>
          <a:xfrm>
            <a:off x="7859776" y="2895600"/>
            <a:ext cx="851058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97EF1EF-7D7A-A276-7958-3671CB96AB63}"/>
              </a:ext>
            </a:extLst>
          </p:cNvPr>
          <p:cNvCxnSpPr>
            <a:cxnSpLocks/>
          </p:cNvCxnSpPr>
          <p:nvPr/>
        </p:nvCxnSpPr>
        <p:spPr>
          <a:xfrm>
            <a:off x="1840992" y="2499360"/>
            <a:ext cx="786384" cy="34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583DB37-32CA-D862-C640-E35A7CA082BF}"/>
              </a:ext>
            </a:extLst>
          </p:cNvPr>
          <p:cNvCxnSpPr>
            <a:cxnSpLocks/>
          </p:cNvCxnSpPr>
          <p:nvPr/>
        </p:nvCxnSpPr>
        <p:spPr>
          <a:xfrm>
            <a:off x="1969008" y="2070116"/>
            <a:ext cx="2145792" cy="77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3B91ACE-DB54-DFDE-39A7-E7147B759201}"/>
              </a:ext>
            </a:extLst>
          </p:cNvPr>
          <p:cNvCxnSpPr>
            <a:cxnSpLocks/>
          </p:cNvCxnSpPr>
          <p:nvPr/>
        </p:nvCxnSpPr>
        <p:spPr>
          <a:xfrm>
            <a:off x="2083420" y="1725049"/>
            <a:ext cx="2549540" cy="1073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11977659-9D50-6926-2A09-2B8B003342D6}"/>
              </a:ext>
            </a:extLst>
          </p:cNvPr>
          <p:cNvSpPr txBox="1"/>
          <p:nvPr/>
        </p:nvSpPr>
        <p:spPr>
          <a:xfrm>
            <a:off x="137160" y="2308622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Rotation-Modul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16976BA-6229-CF7B-AB4E-80B849D07FF9}"/>
              </a:ext>
            </a:extLst>
          </p:cNvPr>
          <p:cNvSpPr txBox="1"/>
          <p:nvPr/>
        </p:nvSpPr>
        <p:spPr>
          <a:xfrm>
            <a:off x="356839" y="1869424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Vertikal-Modul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15688C2-4851-B871-CA95-1D9535DFF796}"/>
              </a:ext>
            </a:extLst>
          </p:cNvPr>
          <p:cNvSpPr txBox="1"/>
          <p:nvPr/>
        </p:nvSpPr>
        <p:spPr>
          <a:xfrm>
            <a:off x="608503" y="1468850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Linear-Modul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9B89D4A4-3D42-39FF-E0A3-5600466760C9}"/>
              </a:ext>
            </a:extLst>
          </p:cNvPr>
          <p:cNvCxnSpPr>
            <a:endCxn id="7" idx="0"/>
          </p:cNvCxnSpPr>
          <p:nvPr/>
        </p:nvCxnSpPr>
        <p:spPr>
          <a:xfrm>
            <a:off x="2915920" y="1473446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FD50F3BD-13D2-43D0-38BF-FFEE788598D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5320" y="1470398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76C3A8E9-C3A3-CCC8-E8FA-E2865328C950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474720" y="1467350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C09B157E-78CC-1037-2ACE-26466B4A489E}"/>
              </a:ext>
            </a:extLst>
          </p:cNvPr>
          <p:cNvSpPr txBox="1"/>
          <p:nvPr/>
        </p:nvSpPr>
        <p:spPr>
          <a:xfrm>
            <a:off x="3243607" y="85813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B4D8185-EC0B-E51E-26CD-8E3BFDA73A9B}"/>
              </a:ext>
            </a:extLst>
          </p:cNvPr>
          <p:cNvSpPr txBox="1"/>
          <p:nvPr/>
        </p:nvSpPr>
        <p:spPr>
          <a:xfrm>
            <a:off x="2973628" y="966503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39326207-6523-0816-6373-A2C8B7F8DADB}"/>
              </a:ext>
            </a:extLst>
          </p:cNvPr>
          <p:cNvSpPr txBox="1"/>
          <p:nvPr/>
        </p:nvSpPr>
        <p:spPr>
          <a:xfrm>
            <a:off x="2684418" y="844987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D351010-C9EB-99DF-A3E7-BCD794DE594B}"/>
              </a:ext>
            </a:extLst>
          </p:cNvPr>
          <p:cNvCxnSpPr/>
          <p:nvPr/>
        </p:nvCxnSpPr>
        <p:spPr>
          <a:xfrm>
            <a:off x="379607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01B279A1-3BC9-849B-CD68-5AD9B52BED4F}"/>
              </a:ext>
            </a:extLst>
          </p:cNvPr>
          <p:cNvCxnSpPr>
            <a:cxnSpLocks/>
          </p:cNvCxnSpPr>
          <p:nvPr/>
        </p:nvCxnSpPr>
        <p:spPr>
          <a:xfrm>
            <a:off x="407547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CE7B2623-52FF-F3D6-6FA6-7F74001B9532}"/>
              </a:ext>
            </a:extLst>
          </p:cNvPr>
          <p:cNvCxnSpPr>
            <a:cxnSpLocks/>
          </p:cNvCxnSpPr>
          <p:nvPr/>
        </p:nvCxnSpPr>
        <p:spPr>
          <a:xfrm>
            <a:off x="435487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569C5B81-AAEB-2C93-68D6-538050BD4B80}"/>
              </a:ext>
            </a:extLst>
          </p:cNvPr>
          <p:cNvSpPr txBox="1"/>
          <p:nvPr/>
        </p:nvSpPr>
        <p:spPr>
          <a:xfrm>
            <a:off x="4108352" y="841724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BF7F818D-4A98-738B-F399-02FD581D293E}"/>
              </a:ext>
            </a:extLst>
          </p:cNvPr>
          <p:cNvSpPr txBox="1"/>
          <p:nvPr/>
        </p:nvSpPr>
        <p:spPr>
          <a:xfrm>
            <a:off x="385378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077E375-8BDE-C7BE-3B41-2D3C53D504EF}"/>
              </a:ext>
            </a:extLst>
          </p:cNvPr>
          <p:cNvSpPr txBox="1"/>
          <p:nvPr/>
        </p:nvSpPr>
        <p:spPr>
          <a:xfrm>
            <a:off x="3552283" y="842397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E2D502CF-7557-6D8C-FF25-8FA36A7CEC64}"/>
              </a:ext>
            </a:extLst>
          </p:cNvPr>
          <p:cNvCxnSpPr/>
          <p:nvPr/>
        </p:nvCxnSpPr>
        <p:spPr>
          <a:xfrm>
            <a:off x="464225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0EF1B773-A34B-0552-E6EB-C5CF8E6847B0}"/>
              </a:ext>
            </a:extLst>
          </p:cNvPr>
          <p:cNvCxnSpPr>
            <a:cxnSpLocks/>
          </p:cNvCxnSpPr>
          <p:nvPr/>
        </p:nvCxnSpPr>
        <p:spPr>
          <a:xfrm>
            <a:off x="492165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5847E8A9-A29A-14E0-1CD9-B3A72B2B758C}"/>
              </a:ext>
            </a:extLst>
          </p:cNvPr>
          <p:cNvCxnSpPr>
            <a:cxnSpLocks/>
          </p:cNvCxnSpPr>
          <p:nvPr/>
        </p:nvCxnSpPr>
        <p:spPr>
          <a:xfrm>
            <a:off x="520105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234F2502-6423-FC48-4C06-895D13575B7A}"/>
              </a:ext>
            </a:extLst>
          </p:cNvPr>
          <p:cNvSpPr txBox="1"/>
          <p:nvPr/>
        </p:nvSpPr>
        <p:spPr>
          <a:xfrm>
            <a:off x="4965804" y="855935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D9A51715-1C29-77CD-D38A-50642DB001C8}"/>
              </a:ext>
            </a:extLst>
          </p:cNvPr>
          <p:cNvSpPr txBox="1"/>
          <p:nvPr/>
        </p:nvSpPr>
        <p:spPr>
          <a:xfrm>
            <a:off x="469996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C34DDC09-F3FF-EC5C-63DB-D5D2F631440E}"/>
              </a:ext>
            </a:extLst>
          </p:cNvPr>
          <p:cNvSpPr txBox="1"/>
          <p:nvPr/>
        </p:nvSpPr>
        <p:spPr>
          <a:xfrm>
            <a:off x="4422478" y="842708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2432A32F-3424-D8B6-79A9-D07A23CEDCCD}"/>
              </a:ext>
            </a:extLst>
          </p:cNvPr>
          <p:cNvCxnSpPr>
            <a:cxnSpLocks/>
          </p:cNvCxnSpPr>
          <p:nvPr/>
        </p:nvCxnSpPr>
        <p:spPr>
          <a:xfrm flipH="1">
            <a:off x="6760464" y="1786128"/>
            <a:ext cx="2554224" cy="105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5CADEB47-D5AC-B75A-8389-3A211E7CB0C4}"/>
              </a:ext>
            </a:extLst>
          </p:cNvPr>
          <p:cNvCxnSpPr>
            <a:cxnSpLocks/>
            <a:stCxn id="83" idx="1"/>
            <a:endCxn id="29" idx="0"/>
          </p:cNvCxnSpPr>
          <p:nvPr/>
        </p:nvCxnSpPr>
        <p:spPr>
          <a:xfrm flipH="1">
            <a:off x="7569282" y="2208145"/>
            <a:ext cx="1812597" cy="68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9456D911-A7CB-F1AA-FE2B-EDB0F994891D}"/>
              </a:ext>
            </a:extLst>
          </p:cNvPr>
          <p:cNvCxnSpPr/>
          <p:nvPr/>
        </p:nvCxnSpPr>
        <p:spPr>
          <a:xfrm flipH="1">
            <a:off x="8339328" y="2650760"/>
            <a:ext cx="1048512" cy="189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68CEB2DA-7A21-A764-5047-5764B94EAD08}"/>
              </a:ext>
            </a:extLst>
          </p:cNvPr>
          <p:cNvSpPr txBox="1"/>
          <p:nvPr/>
        </p:nvSpPr>
        <p:spPr>
          <a:xfrm>
            <a:off x="9314688" y="1593973"/>
            <a:ext cx="182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RGB-LED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4E41697A-CC13-FC57-3F74-32B035C54B61}"/>
              </a:ext>
            </a:extLst>
          </p:cNvPr>
          <p:cNvSpPr txBox="1"/>
          <p:nvPr/>
        </p:nvSpPr>
        <p:spPr>
          <a:xfrm>
            <a:off x="9381879" y="2023479"/>
            <a:ext cx="168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Button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ED5FE0F3-AE07-85BB-DF04-56EFF6378D94}"/>
              </a:ext>
            </a:extLst>
          </p:cNvPr>
          <p:cNvSpPr txBox="1"/>
          <p:nvPr/>
        </p:nvSpPr>
        <p:spPr>
          <a:xfrm>
            <a:off x="9349034" y="2466094"/>
            <a:ext cx="195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Vibrationsmotor</a:t>
            </a: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82D237C0-E7A3-126A-8F0C-06BC5FD33561}"/>
              </a:ext>
            </a:extLst>
          </p:cNvPr>
          <p:cNvCxnSpPr/>
          <p:nvPr/>
        </p:nvCxnSpPr>
        <p:spPr>
          <a:xfrm>
            <a:off x="6266948" y="1480691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1BB00AD2-82C0-95F4-9331-D27DB42F824B}"/>
              </a:ext>
            </a:extLst>
          </p:cNvPr>
          <p:cNvCxnSpPr>
            <a:cxnSpLocks/>
          </p:cNvCxnSpPr>
          <p:nvPr/>
        </p:nvCxnSpPr>
        <p:spPr>
          <a:xfrm>
            <a:off x="6546348" y="1477643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2DF4090A-9954-0D34-C9D4-CF808C3F5E65}"/>
              </a:ext>
            </a:extLst>
          </p:cNvPr>
          <p:cNvCxnSpPr>
            <a:cxnSpLocks/>
          </p:cNvCxnSpPr>
          <p:nvPr/>
        </p:nvCxnSpPr>
        <p:spPr>
          <a:xfrm>
            <a:off x="6825748" y="1474595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B9E8BBD8-7966-CBCC-83D4-EE426D99D5DA}"/>
              </a:ext>
            </a:extLst>
          </p:cNvPr>
          <p:cNvSpPr txBox="1"/>
          <p:nvPr/>
        </p:nvSpPr>
        <p:spPr>
          <a:xfrm>
            <a:off x="6028517" y="102840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7EAB7F80-8F03-D034-E807-5EE7C8AF5009}"/>
              </a:ext>
            </a:extLst>
          </p:cNvPr>
          <p:cNvSpPr txBox="1"/>
          <p:nvPr/>
        </p:nvSpPr>
        <p:spPr>
          <a:xfrm>
            <a:off x="8056081" y="102840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D81E6D1E-AD06-AB92-1D0D-2C3AC49904B0}"/>
              </a:ext>
            </a:extLst>
          </p:cNvPr>
          <p:cNvCxnSpPr/>
          <p:nvPr/>
        </p:nvCxnSpPr>
        <p:spPr>
          <a:xfrm>
            <a:off x="714710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81D5BCCB-0A1C-6984-FA99-E016F36A68DA}"/>
              </a:ext>
            </a:extLst>
          </p:cNvPr>
          <p:cNvCxnSpPr>
            <a:cxnSpLocks/>
          </p:cNvCxnSpPr>
          <p:nvPr/>
        </p:nvCxnSpPr>
        <p:spPr>
          <a:xfrm>
            <a:off x="742650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3DD08DBE-6B15-A96C-6B2F-59504BDA8DE9}"/>
              </a:ext>
            </a:extLst>
          </p:cNvPr>
          <p:cNvCxnSpPr>
            <a:cxnSpLocks/>
          </p:cNvCxnSpPr>
          <p:nvPr/>
        </p:nvCxnSpPr>
        <p:spPr>
          <a:xfrm>
            <a:off x="770590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FD7A7DF5-E59B-C36B-80CE-24653B5E72DA}"/>
              </a:ext>
            </a:extLst>
          </p:cNvPr>
          <p:cNvSpPr txBox="1"/>
          <p:nvPr/>
        </p:nvSpPr>
        <p:spPr>
          <a:xfrm>
            <a:off x="7480119" y="256439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458FD915-764B-6747-040B-823846FFB5E0}"/>
              </a:ext>
            </a:extLst>
          </p:cNvPr>
          <p:cNvSpPr txBox="1"/>
          <p:nvPr/>
        </p:nvSpPr>
        <p:spPr>
          <a:xfrm>
            <a:off x="7202976" y="859692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B34A18A7-AF77-FB69-A4B3-711F9E16FF81}"/>
              </a:ext>
            </a:extLst>
          </p:cNvPr>
          <p:cNvSpPr txBox="1"/>
          <p:nvPr/>
        </p:nvSpPr>
        <p:spPr>
          <a:xfrm>
            <a:off x="6916075" y="1085149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B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FD066081-0CA8-E8F0-813A-53EDDA09F73E}"/>
              </a:ext>
            </a:extLst>
          </p:cNvPr>
          <p:cNvCxnSpPr/>
          <p:nvPr/>
        </p:nvCxnSpPr>
        <p:spPr>
          <a:xfrm>
            <a:off x="799328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A90E88DC-919E-4DA5-E06E-27839290B04E}"/>
              </a:ext>
            </a:extLst>
          </p:cNvPr>
          <p:cNvCxnSpPr>
            <a:cxnSpLocks/>
          </p:cNvCxnSpPr>
          <p:nvPr/>
        </p:nvCxnSpPr>
        <p:spPr>
          <a:xfrm>
            <a:off x="827268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2E8E642E-F34C-03C0-3E60-29326911C6EC}"/>
              </a:ext>
            </a:extLst>
          </p:cNvPr>
          <p:cNvCxnSpPr>
            <a:cxnSpLocks/>
          </p:cNvCxnSpPr>
          <p:nvPr/>
        </p:nvCxnSpPr>
        <p:spPr>
          <a:xfrm>
            <a:off x="855208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5C8D4D48-8132-C2F4-B57A-09EE3F3A61E1}"/>
              </a:ext>
            </a:extLst>
          </p:cNvPr>
          <p:cNvSpPr txBox="1"/>
          <p:nvPr/>
        </p:nvSpPr>
        <p:spPr>
          <a:xfrm>
            <a:off x="6597621" y="108706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66237CA5-0116-53A2-265A-C4F700D12AB0}"/>
              </a:ext>
            </a:extLst>
          </p:cNvPr>
          <p:cNvSpPr txBox="1"/>
          <p:nvPr/>
        </p:nvSpPr>
        <p:spPr>
          <a:xfrm>
            <a:off x="6314664" y="108706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R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ECD703FD-A6A0-D12D-C18B-6E5B9ED6024F}"/>
              </a:ext>
            </a:extLst>
          </p:cNvPr>
          <p:cNvSpPr txBox="1"/>
          <p:nvPr/>
        </p:nvSpPr>
        <p:spPr>
          <a:xfrm>
            <a:off x="8328561" y="855459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AD34312-2222-5B77-6ECA-121775FECD76}"/>
              </a:ext>
            </a:extLst>
          </p:cNvPr>
          <p:cNvSpPr/>
          <p:nvPr/>
        </p:nvSpPr>
        <p:spPr>
          <a:xfrm>
            <a:off x="3649630" y="2898648"/>
            <a:ext cx="83813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41A8942-39C5-D6BD-0564-57CBDF587182}"/>
              </a:ext>
            </a:extLst>
          </p:cNvPr>
          <p:cNvSpPr/>
          <p:nvPr/>
        </p:nvSpPr>
        <p:spPr>
          <a:xfrm>
            <a:off x="7269130" y="2895600"/>
            <a:ext cx="60030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13573936-A088-70D6-E2B9-792387B1F243}"/>
              </a:ext>
            </a:extLst>
          </p:cNvPr>
          <p:cNvSpPr txBox="1"/>
          <p:nvPr/>
        </p:nvSpPr>
        <p:spPr>
          <a:xfrm>
            <a:off x="7769370" y="265383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</p:spTree>
    <p:extLst>
      <p:ext uri="{BB962C8B-B14F-4D97-AF65-F5344CB8AC3E}">
        <p14:creationId xmlns:p14="http://schemas.microsoft.com/office/powerpoint/2010/main" val="131677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0E04F40-3BAE-45CB-95B5-329AE1E9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04199" y="1816400"/>
            <a:ext cx="6513363" cy="356753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BF1D9FD-1F0A-5013-EB92-0FCD55C93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786890" y="1461996"/>
            <a:ext cx="6531936" cy="360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5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iagramm, Entwurf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F8FD4B41-664A-2515-5308-03F9385E6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837" y="2238232"/>
            <a:ext cx="7242240" cy="399235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9BF2749-8B84-CB4C-2191-FD67BDE9E075}"/>
              </a:ext>
            </a:extLst>
          </p:cNvPr>
          <p:cNvSpPr txBox="1"/>
          <p:nvPr/>
        </p:nvSpPr>
        <p:spPr>
          <a:xfrm>
            <a:off x="356839" y="133815"/>
            <a:ext cx="59544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u="sng" dirty="0"/>
              <a:t>15 Pin-Kabel (von der Elektronik-Box aus)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A17F7D-1AA2-EAE7-258D-FDB87C58555D}"/>
              </a:ext>
            </a:extLst>
          </p:cNvPr>
          <p:cNvSpPr/>
          <p:nvPr/>
        </p:nvSpPr>
        <p:spPr>
          <a:xfrm>
            <a:off x="36728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A4428C9-3BEF-890A-7ABD-BA3FA199C50E}"/>
              </a:ext>
            </a:extLst>
          </p:cNvPr>
          <p:cNvSpPr/>
          <p:nvPr/>
        </p:nvSpPr>
        <p:spPr>
          <a:xfrm>
            <a:off x="39522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6CE8D2E-3FF8-A1B9-82FD-D14DFCCBBE83}"/>
              </a:ext>
            </a:extLst>
          </p:cNvPr>
          <p:cNvSpPr/>
          <p:nvPr/>
        </p:nvSpPr>
        <p:spPr>
          <a:xfrm>
            <a:off x="42316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6E177B3-057E-6D9C-5D8D-EB871619CC0C}"/>
              </a:ext>
            </a:extLst>
          </p:cNvPr>
          <p:cNvSpPr/>
          <p:nvPr/>
        </p:nvSpPr>
        <p:spPr>
          <a:xfrm>
            <a:off x="45391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30A7B4-3209-C84D-E551-943EAFE523C0}"/>
              </a:ext>
            </a:extLst>
          </p:cNvPr>
          <p:cNvSpPr/>
          <p:nvPr/>
        </p:nvSpPr>
        <p:spPr>
          <a:xfrm>
            <a:off x="48185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37B1272-5BF1-9299-EB16-2310143C9B32}"/>
              </a:ext>
            </a:extLst>
          </p:cNvPr>
          <p:cNvSpPr/>
          <p:nvPr/>
        </p:nvSpPr>
        <p:spPr>
          <a:xfrm>
            <a:off x="5097938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78F88C5-6C7F-9AD7-B879-338A81BC4A04}"/>
              </a:ext>
            </a:extLst>
          </p:cNvPr>
          <p:cNvSpPr/>
          <p:nvPr/>
        </p:nvSpPr>
        <p:spPr>
          <a:xfrm>
            <a:off x="4500920" y="2898648"/>
            <a:ext cx="863210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87C269A-750E-70AA-D81F-8B6665D0F4A7}"/>
              </a:ext>
            </a:extLst>
          </p:cNvPr>
          <p:cNvSpPr/>
          <p:nvPr/>
        </p:nvSpPr>
        <p:spPr>
          <a:xfrm>
            <a:off x="6150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74886B4-33AB-F005-15BF-D0A3512553C0}"/>
              </a:ext>
            </a:extLst>
          </p:cNvPr>
          <p:cNvSpPr/>
          <p:nvPr/>
        </p:nvSpPr>
        <p:spPr>
          <a:xfrm>
            <a:off x="64302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FD82A22-ACC8-B2B0-9C39-6691D695C465}"/>
              </a:ext>
            </a:extLst>
          </p:cNvPr>
          <p:cNvSpPr/>
          <p:nvPr/>
        </p:nvSpPr>
        <p:spPr>
          <a:xfrm>
            <a:off x="67096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17F86DB-9482-8672-C0AA-31736467DF07}"/>
              </a:ext>
            </a:extLst>
          </p:cNvPr>
          <p:cNvSpPr/>
          <p:nvPr/>
        </p:nvSpPr>
        <p:spPr>
          <a:xfrm>
            <a:off x="701954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46B877-C712-B476-DCD6-AFE2F66E77CE}"/>
              </a:ext>
            </a:extLst>
          </p:cNvPr>
          <p:cNvSpPr/>
          <p:nvPr/>
        </p:nvSpPr>
        <p:spPr>
          <a:xfrm>
            <a:off x="7293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F364E09-2E08-1C9A-9981-31903EC07032}"/>
              </a:ext>
            </a:extLst>
          </p:cNvPr>
          <p:cNvSpPr/>
          <p:nvPr/>
        </p:nvSpPr>
        <p:spPr>
          <a:xfrm>
            <a:off x="75935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8E710D5-EC47-740E-EF2D-8BC9A477A7FD}"/>
              </a:ext>
            </a:extLst>
          </p:cNvPr>
          <p:cNvSpPr/>
          <p:nvPr/>
        </p:nvSpPr>
        <p:spPr>
          <a:xfrm>
            <a:off x="78858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2956D78-C4D9-AFDB-16A1-53E8A9A63549}"/>
              </a:ext>
            </a:extLst>
          </p:cNvPr>
          <p:cNvSpPr/>
          <p:nvPr/>
        </p:nvSpPr>
        <p:spPr>
          <a:xfrm>
            <a:off x="81652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BAA9F7D-84DC-7254-E1E6-EBFE3B1F1659}"/>
              </a:ext>
            </a:extLst>
          </p:cNvPr>
          <p:cNvSpPr/>
          <p:nvPr/>
        </p:nvSpPr>
        <p:spPr>
          <a:xfrm>
            <a:off x="84446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1E9D2F6-E409-D45D-A52D-B72833DAC5C4}"/>
              </a:ext>
            </a:extLst>
          </p:cNvPr>
          <p:cNvSpPr/>
          <p:nvPr/>
        </p:nvSpPr>
        <p:spPr>
          <a:xfrm>
            <a:off x="6096000" y="2895600"/>
            <a:ext cx="878490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E2FB374-EC43-A385-3BCF-813C48F1B5AF}"/>
              </a:ext>
            </a:extLst>
          </p:cNvPr>
          <p:cNvSpPr/>
          <p:nvPr/>
        </p:nvSpPr>
        <p:spPr>
          <a:xfrm>
            <a:off x="7555134" y="2895600"/>
            <a:ext cx="1155700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22A20A7-94B3-8435-8B4E-91D357BBC0B4}"/>
              </a:ext>
            </a:extLst>
          </p:cNvPr>
          <p:cNvCxnSpPr>
            <a:cxnSpLocks/>
          </p:cNvCxnSpPr>
          <p:nvPr/>
        </p:nvCxnSpPr>
        <p:spPr>
          <a:xfrm>
            <a:off x="1969008" y="2070116"/>
            <a:ext cx="2145792" cy="77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DB38A20-1615-2848-606C-5FA1396A92CF}"/>
              </a:ext>
            </a:extLst>
          </p:cNvPr>
          <p:cNvCxnSpPr>
            <a:cxnSpLocks/>
          </p:cNvCxnSpPr>
          <p:nvPr/>
        </p:nvCxnSpPr>
        <p:spPr>
          <a:xfrm>
            <a:off x="2083420" y="1725049"/>
            <a:ext cx="2549540" cy="1073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2B845AE9-1BDD-7723-26E0-396278995A61}"/>
              </a:ext>
            </a:extLst>
          </p:cNvPr>
          <p:cNvSpPr txBox="1"/>
          <p:nvPr/>
        </p:nvSpPr>
        <p:spPr>
          <a:xfrm>
            <a:off x="356839" y="1473446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Rotation-Modul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55147DD-CB70-6023-3869-8CF821C452F1}"/>
              </a:ext>
            </a:extLst>
          </p:cNvPr>
          <p:cNvSpPr txBox="1"/>
          <p:nvPr/>
        </p:nvSpPr>
        <p:spPr>
          <a:xfrm>
            <a:off x="356839" y="1869424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Vertikal-Modul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1E6EDFE-CC31-8261-2CAB-7D408DBDDCEE}"/>
              </a:ext>
            </a:extLst>
          </p:cNvPr>
          <p:cNvCxnSpPr/>
          <p:nvPr/>
        </p:nvCxnSpPr>
        <p:spPr>
          <a:xfrm>
            <a:off x="379607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BB22EB9-4F05-97B9-2C69-E19DA4197288}"/>
              </a:ext>
            </a:extLst>
          </p:cNvPr>
          <p:cNvCxnSpPr>
            <a:cxnSpLocks/>
          </p:cNvCxnSpPr>
          <p:nvPr/>
        </p:nvCxnSpPr>
        <p:spPr>
          <a:xfrm>
            <a:off x="407547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175B702-BC88-84F6-7305-AFD3A3E9199D}"/>
              </a:ext>
            </a:extLst>
          </p:cNvPr>
          <p:cNvCxnSpPr>
            <a:cxnSpLocks/>
          </p:cNvCxnSpPr>
          <p:nvPr/>
        </p:nvCxnSpPr>
        <p:spPr>
          <a:xfrm>
            <a:off x="435487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AFACE045-A12A-16BD-A909-E2C5559631A5}"/>
              </a:ext>
            </a:extLst>
          </p:cNvPr>
          <p:cNvSpPr txBox="1"/>
          <p:nvPr/>
        </p:nvSpPr>
        <p:spPr>
          <a:xfrm>
            <a:off x="3565239" y="85063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8495220-7735-BA17-B8A0-61B92ABA33C1}"/>
              </a:ext>
            </a:extLst>
          </p:cNvPr>
          <p:cNvSpPr txBox="1"/>
          <p:nvPr/>
        </p:nvSpPr>
        <p:spPr>
          <a:xfrm>
            <a:off x="385378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2C1D25D-E466-7DCA-73D9-B0DCB9A1C1C0}"/>
              </a:ext>
            </a:extLst>
          </p:cNvPr>
          <p:cNvSpPr txBox="1"/>
          <p:nvPr/>
        </p:nvSpPr>
        <p:spPr>
          <a:xfrm>
            <a:off x="4131353" y="84821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588C25F-3D37-76A0-47D2-76433AAE509E}"/>
              </a:ext>
            </a:extLst>
          </p:cNvPr>
          <p:cNvCxnSpPr/>
          <p:nvPr/>
        </p:nvCxnSpPr>
        <p:spPr>
          <a:xfrm>
            <a:off x="464225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F8123898-B91E-BEC5-EA58-B2061D719810}"/>
              </a:ext>
            </a:extLst>
          </p:cNvPr>
          <p:cNvCxnSpPr>
            <a:cxnSpLocks/>
          </p:cNvCxnSpPr>
          <p:nvPr/>
        </p:nvCxnSpPr>
        <p:spPr>
          <a:xfrm>
            <a:off x="492165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BB9C98D-E5A4-9871-92CA-77B877643D52}"/>
              </a:ext>
            </a:extLst>
          </p:cNvPr>
          <p:cNvCxnSpPr>
            <a:cxnSpLocks/>
          </p:cNvCxnSpPr>
          <p:nvPr/>
        </p:nvCxnSpPr>
        <p:spPr>
          <a:xfrm>
            <a:off x="520105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203B991-4436-F679-BD76-7365A4148692}"/>
              </a:ext>
            </a:extLst>
          </p:cNvPr>
          <p:cNvSpPr txBox="1"/>
          <p:nvPr/>
        </p:nvSpPr>
        <p:spPr>
          <a:xfrm>
            <a:off x="4411419" y="85063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82C4E9E-AF30-1E0F-1D88-9ECDC0B777B5}"/>
              </a:ext>
            </a:extLst>
          </p:cNvPr>
          <p:cNvSpPr txBox="1"/>
          <p:nvPr/>
        </p:nvSpPr>
        <p:spPr>
          <a:xfrm>
            <a:off x="469996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8A31CCF-467D-67C4-D3B2-DB4E503D5E05}"/>
              </a:ext>
            </a:extLst>
          </p:cNvPr>
          <p:cNvSpPr txBox="1"/>
          <p:nvPr/>
        </p:nvSpPr>
        <p:spPr>
          <a:xfrm>
            <a:off x="4977533" y="84821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31ADE8C-CF7A-5D1E-9E97-2D071C166892}"/>
              </a:ext>
            </a:extLst>
          </p:cNvPr>
          <p:cNvCxnSpPr>
            <a:cxnSpLocks/>
          </p:cNvCxnSpPr>
          <p:nvPr/>
        </p:nvCxnSpPr>
        <p:spPr>
          <a:xfrm flipH="1">
            <a:off x="6760464" y="1786128"/>
            <a:ext cx="2554224" cy="105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6F8A6F38-A700-A512-0544-08013BFE8159}"/>
              </a:ext>
            </a:extLst>
          </p:cNvPr>
          <p:cNvCxnSpPr>
            <a:cxnSpLocks/>
            <a:stCxn id="57" idx="1"/>
            <a:endCxn id="77" idx="0"/>
          </p:cNvCxnSpPr>
          <p:nvPr/>
        </p:nvCxnSpPr>
        <p:spPr>
          <a:xfrm flipH="1">
            <a:off x="7273623" y="2208145"/>
            <a:ext cx="2108256" cy="68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B8FAE688-ADBF-3EAF-D240-609EDA1EAC71}"/>
              </a:ext>
            </a:extLst>
          </p:cNvPr>
          <p:cNvCxnSpPr/>
          <p:nvPr/>
        </p:nvCxnSpPr>
        <p:spPr>
          <a:xfrm flipH="1">
            <a:off x="8339328" y="2650760"/>
            <a:ext cx="1048512" cy="189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6678B0FA-CDE1-43B0-7351-3B7FDC92AD3B}"/>
              </a:ext>
            </a:extLst>
          </p:cNvPr>
          <p:cNvSpPr txBox="1"/>
          <p:nvPr/>
        </p:nvSpPr>
        <p:spPr>
          <a:xfrm>
            <a:off x="9381879" y="2445496"/>
            <a:ext cx="182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RGB-LED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CE945B59-AD43-388F-E609-0EABB39F2511}"/>
              </a:ext>
            </a:extLst>
          </p:cNvPr>
          <p:cNvSpPr txBox="1"/>
          <p:nvPr/>
        </p:nvSpPr>
        <p:spPr>
          <a:xfrm>
            <a:off x="9381879" y="2023479"/>
            <a:ext cx="168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Button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70891FA-514C-C549-21A9-83C7126203E0}"/>
              </a:ext>
            </a:extLst>
          </p:cNvPr>
          <p:cNvSpPr txBox="1"/>
          <p:nvPr/>
        </p:nvSpPr>
        <p:spPr>
          <a:xfrm>
            <a:off x="9387840" y="1601462"/>
            <a:ext cx="195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Vibrationsmotor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CECF2CC2-A7DE-694D-2B78-8400DAA6C1E4}"/>
              </a:ext>
            </a:extLst>
          </p:cNvPr>
          <p:cNvCxnSpPr/>
          <p:nvPr/>
        </p:nvCxnSpPr>
        <p:spPr>
          <a:xfrm>
            <a:off x="6266948" y="1480691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7050517-4C4F-8246-A206-87E5395E7710}"/>
              </a:ext>
            </a:extLst>
          </p:cNvPr>
          <p:cNvCxnSpPr>
            <a:cxnSpLocks/>
          </p:cNvCxnSpPr>
          <p:nvPr/>
        </p:nvCxnSpPr>
        <p:spPr>
          <a:xfrm>
            <a:off x="6546348" y="1477643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FE433385-0B52-87C6-E61F-0B93394F38B7}"/>
              </a:ext>
            </a:extLst>
          </p:cNvPr>
          <p:cNvCxnSpPr>
            <a:cxnSpLocks/>
          </p:cNvCxnSpPr>
          <p:nvPr/>
        </p:nvCxnSpPr>
        <p:spPr>
          <a:xfrm>
            <a:off x="6825748" y="1474595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9C9FDFBD-652F-DB29-246B-7F714AE0E69C}"/>
              </a:ext>
            </a:extLst>
          </p:cNvPr>
          <p:cNvSpPr txBox="1"/>
          <p:nvPr/>
        </p:nvSpPr>
        <p:spPr>
          <a:xfrm>
            <a:off x="6036112" y="84239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C28C0DE-0104-23D6-6DB6-18E68C749BD2}"/>
              </a:ext>
            </a:extLst>
          </p:cNvPr>
          <p:cNvSpPr txBox="1"/>
          <p:nvPr/>
        </p:nvSpPr>
        <p:spPr>
          <a:xfrm>
            <a:off x="6324656" y="973748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A4CACC12-3AD1-A479-1521-9F6C79972EAD}"/>
              </a:ext>
            </a:extLst>
          </p:cNvPr>
          <p:cNvCxnSpPr/>
          <p:nvPr/>
        </p:nvCxnSpPr>
        <p:spPr>
          <a:xfrm>
            <a:off x="714710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1E528A83-A4EC-1900-697C-4427BADE1F7A}"/>
              </a:ext>
            </a:extLst>
          </p:cNvPr>
          <p:cNvCxnSpPr>
            <a:cxnSpLocks/>
          </p:cNvCxnSpPr>
          <p:nvPr/>
        </p:nvCxnSpPr>
        <p:spPr>
          <a:xfrm>
            <a:off x="742650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FD24CB34-0A31-7A9A-B205-AB191A787068}"/>
              </a:ext>
            </a:extLst>
          </p:cNvPr>
          <p:cNvCxnSpPr>
            <a:cxnSpLocks/>
          </p:cNvCxnSpPr>
          <p:nvPr/>
        </p:nvCxnSpPr>
        <p:spPr>
          <a:xfrm>
            <a:off x="770590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14DDB3D4-97DE-1433-F061-1B6E684FE4B6}"/>
              </a:ext>
            </a:extLst>
          </p:cNvPr>
          <p:cNvSpPr txBox="1"/>
          <p:nvPr/>
        </p:nvSpPr>
        <p:spPr>
          <a:xfrm>
            <a:off x="6916267" y="234496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F855CCEC-F24C-7F7E-D1EB-ED641F28D7CD}"/>
              </a:ext>
            </a:extLst>
          </p:cNvPr>
          <p:cNvSpPr txBox="1"/>
          <p:nvPr/>
        </p:nvSpPr>
        <p:spPr>
          <a:xfrm>
            <a:off x="7483341" y="1045644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B</a:t>
            </a: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F304DEF2-1DB9-7001-9D2A-C1F93356A8D5}"/>
              </a:ext>
            </a:extLst>
          </p:cNvPr>
          <p:cNvCxnSpPr/>
          <p:nvPr/>
        </p:nvCxnSpPr>
        <p:spPr>
          <a:xfrm>
            <a:off x="799328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6459DABE-A0EB-A4A3-FD0E-62238880D05C}"/>
              </a:ext>
            </a:extLst>
          </p:cNvPr>
          <p:cNvCxnSpPr>
            <a:cxnSpLocks/>
          </p:cNvCxnSpPr>
          <p:nvPr/>
        </p:nvCxnSpPr>
        <p:spPr>
          <a:xfrm>
            <a:off x="827268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3A92A675-4BA1-42B8-F5DC-E2B149F465B3}"/>
              </a:ext>
            </a:extLst>
          </p:cNvPr>
          <p:cNvCxnSpPr>
            <a:cxnSpLocks/>
          </p:cNvCxnSpPr>
          <p:nvPr/>
        </p:nvCxnSpPr>
        <p:spPr>
          <a:xfrm>
            <a:off x="855208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FBF9C604-0498-F352-196A-CD9817DFEEBA}"/>
              </a:ext>
            </a:extLst>
          </p:cNvPr>
          <p:cNvSpPr txBox="1"/>
          <p:nvPr/>
        </p:nvSpPr>
        <p:spPr>
          <a:xfrm>
            <a:off x="7761871" y="104254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940D9FA-E6AA-83A9-F6D3-0E55F426B66A}"/>
              </a:ext>
            </a:extLst>
          </p:cNvPr>
          <p:cNvSpPr txBox="1"/>
          <p:nvPr/>
        </p:nvSpPr>
        <p:spPr>
          <a:xfrm>
            <a:off x="8044658" y="104254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R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6AE4600-97D6-900A-33D6-8AA1E763F247}"/>
              </a:ext>
            </a:extLst>
          </p:cNvPr>
          <p:cNvSpPr/>
          <p:nvPr/>
        </p:nvSpPr>
        <p:spPr>
          <a:xfrm>
            <a:off x="3649630" y="2898648"/>
            <a:ext cx="83813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E6B8AFA-713C-9639-69B9-C9073033F504}"/>
              </a:ext>
            </a:extLst>
          </p:cNvPr>
          <p:cNvSpPr/>
          <p:nvPr/>
        </p:nvSpPr>
        <p:spPr>
          <a:xfrm>
            <a:off x="6996334" y="2895600"/>
            <a:ext cx="554578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BEC9BE5B-1F52-019B-55C6-D06A7623BCD5}"/>
              </a:ext>
            </a:extLst>
          </p:cNvPr>
          <p:cNvSpPr txBox="1"/>
          <p:nvPr/>
        </p:nvSpPr>
        <p:spPr>
          <a:xfrm>
            <a:off x="6597956" y="234496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066D81E-A2FB-A743-21A8-B75E901ED51A}"/>
              </a:ext>
            </a:extLst>
          </p:cNvPr>
          <p:cNvSpPr txBox="1"/>
          <p:nvPr/>
        </p:nvSpPr>
        <p:spPr>
          <a:xfrm>
            <a:off x="8339328" y="1001522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7972C6A-9BBE-B044-5D0E-CC008176EBA3}"/>
              </a:ext>
            </a:extLst>
          </p:cNvPr>
          <p:cNvSpPr txBox="1"/>
          <p:nvPr/>
        </p:nvSpPr>
        <p:spPr>
          <a:xfrm>
            <a:off x="7197407" y="82810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349902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260E-DE4D-D217-21E5-F79EBE6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 descr="Ein Bild, das Diagramm, Entwurf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29DFEA32-930D-15D8-8297-C999BCC26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03" y="2343262"/>
            <a:ext cx="6771381" cy="387908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4E74CE9-3AA3-A738-5CB3-86CDEC441BE1}"/>
              </a:ext>
            </a:extLst>
          </p:cNvPr>
          <p:cNvSpPr txBox="1"/>
          <p:nvPr/>
        </p:nvSpPr>
        <p:spPr>
          <a:xfrm>
            <a:off x="356839" y="133815"/>
            <a:ext cx="6352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u="sng" dirty="0"/>
              <a:t>15 Pin-Kabel (von einem Modul aus)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B5FADF0-99AE-F0FA-370B-4CC1AF6A8C68}"/>
              </a:ext>
            </a:extLst>
          </p:cNvPr>
          <p:cNvSpPr/>
          <p:nvPr/>
        </p:nvSpPr>
        <p:spPr>
          <a:xfrm>
            <a:off x="28041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7C645CE-E889-B5AD-CBAF-DCAA7C72AB76}"/>
              </a:ext>
            </a:extLst>
          </p:cNvPr>
          <p:cNvSpPr/>
          <p:nvPr/>
        </p:nvSpPr>
        <p:spPr>
          <a:xfrm>
            <a:off x="30835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75D537D-2341-3F4F-489B-A67D9197C88D}"/>
              </a:ext>
            </a:extLst>
          </p:cNvPr>
          <p:cNvSpPr/>
          <p:nvPr/>
        </p:nvSpPr>
        <p:spPr>
          <a:xfrm>
            <a:off x="336296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31DDA7C-B79A-6575-D936-392E77F2F970}"/>
              </a:ext>
            </a:extLst>
          </p:cNvPr>
          <p:cNvSpPr/>
          <p:nvPr/>
        </p:nvSpPr>
        <p:spPr>
          <a:xfrm>
            <a:off x="36728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45C51F0-6B8C-3CC4-A083-1C0A1E10DC00}"/>
              </a:ext>
            </a:extLst>
          </p:cNvPr>
          <p:cNvSpPr/>
          <p:nvPr/>
        </p:nvSpPr>
        <p:spPr>
          <a:xfrm>
            <a:off x="39522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4352114-EED7-BC3A-8DAA-2F25DA2828F0}"/>
              </a:ext>
            </a:extLst>
          </p:cNvPr>
          <p:cNvSpPr/>
          <p:nvPr/>
        </p:nvSpPr>
        <p:spPr>
          <a:xfrm>
            <a:off x="4231640" y="2948940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86D828F-E106-01C4-D10A-C6F44897FABE}"/>
              </a:ext>
            </a:extLst>
          </p:cNvPr>
          <p:cNvSpPr/>
          <p:nvPr/>
        </p:nvSpPr>
        <p:spPr>
          <a:xfrm>
            <a:off x="2749296" y="2898648"/>
            <a:ext cx="878490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71DB0A0-53D9-02E0-F6FF-0F4345B7AA3A}"/>
              </a:ext>
            </a:extLst>
          </p:cNvPr>
          <p:cNvSpPr/>
          <p:nvPr/>
        </p:nvSpPr>
        <p:spPr>
          <a:xfrm>
            <a:off x="6150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5924121-213C-E6D1-F5DD-F6E4A9959802}"/>
              </a:ext>
            </a:extLst>
          </p:cNvPr>
          <p:cNvSpPr/>
          <p:nvPr/>
        </p:nvSpPr>
        <p:spPr>
          <a:xfrm>
            <a:off x="64302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B43CDA7-01B8-9F14-2F1E-42CC1A3CAC06}"/>
              </a:ext>
            </a:extLst>
          </p:cNvPr>
          <p:cNvSpPr/>
          <p:nvPr/>
        </p:nvSpPr>
        <p:spPr>
          <a:xfrm>
            <a:off x="67096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9CD115C-2EBD-C467-37FD-18FCE6E5C661}"/>
              </a:ext>
            </a:extLst>
          </p:cNvPr>
          <p:cNvSpPr/>
          <p:nvPr/>
        </p:nvSpPr>
        <p:spPr>
          <a:xfrm>
            <a:off x="69966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94477DA-F677-EA88-7888-9B2B3F0818D6}"/>
              </a:ext>
            </a:extLst>
          </p:cNvPr>
          <p:cNvSpPr/>
          <p:nvPr/>
        </p:nvSpPr>
        <p:spPr>
          <a:xfrm>
            <a:off x="729386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ECC79E5-272B-67BD-6AFE-5734F31D5F03}"/>
              </a:ext>
            </a:extLst>
          </p:cNvPr>
          <p:cNvSpPr/>
          <p:nvPr/>
        </p:nvSpPr>
        <p:spPr>
          <a:xfrm>
            <a:off x="7593584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0AD2F73-88FD-F0C5-E98B-CA37A72B2C68}"/>
              </a:ext>
            </a:extLst>
          </p:cNvPr>
          <p:cNvSpPr/>
          <p:nvPr/>
        </p:nvSpPr>
        <p:spPr>
          <a:xfrm>
            <a:off x="78858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44C1429-285D-D601-1F63-E3068620B86C}"/>
              </a:ext>
            </a:extLst>
          </p:cNvPr>
          <p:cNvSpPr/>
          <p:nvPr/>
        </p:nvSpPr>
        <p:spPr>
          <a:xfrm>
            <a:off x="81652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76564F4-E200-04EC-A6FD-DABDC34A6100}"/>
              </a:ext>
            </a:extLst>
          </p:cNvPr>
          <p:cNvSpPr/>
          <p:nvPr/>
        </p:nvSpPr>
        <p:spPr>
          <a:xfrm>
            <a:off x="8444642" y="2945892"/>
            <a:ext cx="223520" cy="1539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6AD8AB2-E0AF-059B-9724-3160B0213BAF}"/>
              </a:ext>
            </a:extLst>
          </p:cNvPr>
          <p:cNvSpPr/>
          <p:nvPr/>
        </p:nvSpPr>
        <p:spPr>
          <a:xfrm>
            <a:off x="6095999" y="2895600"/>
            <a:ext cx="1171751" cy="16428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6333CA4-780D-DF9D-AD26-C7D555C8AA89}"/>
              </a:ext>
            </a:extLst>
          </p:cNvPr>
          <p:cNvSpPr/>
          <p:nvPr/>
        </p:nvSpPr>
        <p:spPr>
          <a:xfrm>
            <a:off x="7859776" y="2895600"/>
            <a:ext cx="851058" cy="1639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2A6FFC9-54C2-7A6B-4585-D5CBE7508436}"/>
              </a:ext>
            </a:extLst>
          </p:cNvPr>
          <p:cNvCxnSpPr>
            <a:cxnSpLocks/>
          </p:cNvCxnSpPr>
          <p:nvPr/>
        </p:nvCxnSpPr>
        <p:spPr>
          <a:xfrm>
            <a:off x="1840992" y="2499360"/>
            <a:ext cx="786384" cy="34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4B6EB79-66D4-0825-C2BC-5AE853003D41}"/>
              </a:ext>
            </a:extLst>
          </p:cNvPr>
          <p:cNvCxnSpPr>
            <a:cxnSpLocks/>
          </p:cNvCxnSpPr>
          <p:nvPr/>
        </p:nvCxnSpPr>
        <p:spPr>
          <a:xfrm>
            <a:off x="1969008" y="2070116"/>
            <a:ext cx="2145792" cy="77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6F9C4971-EF57-C5A0-BB62-49F96532B70C}"/>
              </a:ext>
            </a:extLst>
          </p:cNvPr>
          <p:cNvSpPr txBox="1"/>
          <p:nvPr/>
        </p:nvSpPr>
        <p:spPr>
          <a:xfrm>
            <a:off x="137160" y="2308622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Rotation-Modul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E7885C6-1082-1D0A-867D-82D9C5A2774D}"/>
              </a:ext>
            </a:extLst>
          </p:cNvPr>
          <p:cNvSpPr txBox="1"/>
          <p:nvPr/>
        </p:nvSpPr>
        <p:spPr>
          <a:xfrm>
            <a:off x="356839" y="1869424"/>
            <a:ext cx="218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Vertikal-Modul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54E08E2D-FDEB-6E63-D256-35890F9C1E0E}"/>
              </a:ext>
            </a:extLst>
          </p:cNvPr>
          <p:cNvCxnSpPr>
            <a:endCxn id="7" idx="0"/>
          </p:cNvCxnSpPr>
          <p:nvPr/>
        </p:nvCxnSpPr>
        <p:spPr>
          <a:xfrm>
            <a:off x="2915920" y="1473446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2DD30BE-9DEE-3718-47E7-8B485DCA11A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5320" y="1470398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51054590-05EA-8DDA-7DA4-C5A0A9B8554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474720" y="1467350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911078EC-E857-F8EC-0FD8-DA4BCD81BBAC}"/>
              </a:ext>
            </a:extLst>
          </p:cNvPr>
          <p:cNvSpPr txBox="1"/>
          <p:nvPr/>
        </p:nvSpPr>
        <p:spPr>
          <a:xfrm>
            <a:off x="3243607" y="85813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9040E962-065D-3086-74E5-461E276F6383}"/>
              </a:ext>
            </a:extLst>
          </p:cNvPr>
          <p:cNvSpPr txBox="1"/>
          <p:nvPr/>
        </p:nvSpPr>
        <p:spPr>
          <a:xfrm>
            <a:off x="2973628" y="966503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8A62F160-F9FF-8903-3E67-69EFA7E834D8}"/>
              </a:ext>
            </a:extLst>
          </p:cNvPr>
          <p:cNvSpPr txBox="1"/>
          <p:nvPr/>
        </p:nvSpPr>
        <p:spPr>
          <a:xfrm>
            <a:off x="2684418" y="844987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1EC04EA-8B9D-CEBA-8087-13C80CD823FF}"/>
              </a:ext>
            </a:extLst>
          </p:cNvPr>
          <p:cNvCxnSpPr/>
          <p:nvPr/>
        </p:nvCxnSpPr>
        <p:spPr>
          <a:xfrm>
            <a:off x="3796075" y="1488924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06D8F276-380A-AD35-1AE8-419F40E82136}"/>
              </a:ext>
            </a:extLst>
          </p:cNvPr>
          <p:cNvCxnSpPr>
            <a:cxnSpLocks/>
          </p:cNvCxnSpPr>
          <p:nvPr/>
        </p:nvCxnSpPr>
        <p:spPr>
          <a:xfrm>
            <a:off x="4075475" y="1485876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643886-CDC2-24FF-59FB-346D57DA0523}"/>
              </a:ext>
            </a:extLst>
          </p:cNvPr>
          <p:cNvCxnSpPr>
            <a:cxnSpLocks/>
          </p:cNvCxnSpPr>
          <p:nvPr/>
        </p:nvCxnSpPr>
        <p:spPr>
          <a:xfrm>
            <a:off x="4354875" y="1482828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DCEF0C5F-B896-B01B-38F5-DF74E60A063C}"/>
              </a:ext>
            </a:extLst>
          </p:cNvPr>
          <p:cNvSpPr txBox="1"/>
          <p:nvPr/>
        </p:nvSpPr>
        <p:spPr>
          <a:xfrm>
            <a:off x="4108352" y="841724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A0B5994F-D1E7-940D-5C8B-E17F43538473}"/>
              </a:ext>
            </a:extLst>
          </p:cNvPr>
          <p:cNvSpPr txBox="1"/>
          <p:nvPr/>
        </p:nvSpPr>
        <p:spPr>
          <a:xfrm>
            <a:off x="3853783" y="981981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A5DBFE83-39F8-86D1-BA96-8D19B890DC35}"/>
              </a:ext>
            </a:extLst>
          </p:cNvPr>
          <p:cNvSpPr txBox="1"/>
          <p:nvPr/>
        </p:nvSpPr>
        <p:spPr>
          <a:xfrm>
            <a:off x="3552283" y="842397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PWM</a:t>
            </a: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64EE1958-ABDD-C8AA-1B89-228990B400CB}"/>
              </a:ext>
            </a:extLst>
          </p:cNvPr>
          <p:cNvCxnSpPr>
            <a:cxnSpLocks/>
          </p:cNvCxnSpPr>
          <p:nvPr/>
        </p:nvCxnSpPr>
        <p:spPr>
          <a:xfrm flipH="1">
            <a:off x="6760464" y="1786128"/>
            <a:ext cx="2554224" cy="105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0E1B010E-0655-092C-13EB-D367017FA893}"/>
              </a:ext>
            </a:extLst>
          </p:cNvPr>
          <p:cNvCxnSpPr>
            <a:cxnSpLocks/>
            <a:stCxn id="83" idx="1"/>
            <a:endCxn id="29" idx="0"/>
          </p:cNvCxnSpPr>
          <p:nvPr/>
        </p:nvCxnSpPr>
        <p:spPr>
          <a:xfrm flipH="1">
            <a:off x="7569282" y="2208145"/>
            <a:ext cx="1812597" cy="68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663E5BF5-290D-D641-5CD5-9A7A05A6199C}"/>
              </a:ext>
            </a:extLst>
          </p:cNvPr>
          <p:cNvCxnSpPr/>
          <p:nvPr/>
        </p:nvCxnSpPr>
        <p:spPr>
          <a:xfrm flipH="1">
            <a:off x="8339328" y="2650760"/>
            <a:ext cx="1048512" cy="189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B677946A-E240-B017-8F00-4FB5EE1979DF}"/>
              </a:ext>
            </a:extLst>
          </p:cNvPr>
          <p:cNvSpPr txBox="1"/>
          <p:nvPr/>
        </p:nvSpPr>
        <p:spPr>
          <a:xfrm>
            <a:off x="9314688" y="1593973"/>
            <a:ext cx="182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RGB-LED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0A2B98A4-C019-249F-334C-6B7A693566C9}"/>
              </a:ext>
            </a:extLst>
          </p:cNvPr>
          <p:cNvSpPr txBox="1"/>
          <p:nvPr/>
        </p:nvSpPr>
        <p:spPr>
          <a:xfrm>
            <a:off x="9381879" y="2023479"/>
            <a:ext cx="168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Button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B41F9B67-B3D4-2597-5701-8E4680FBDC43}"/>
              </a:ext>
            </a:extLst>
          </p:cNvPr>
          <p:cNvSpPr txBox="1"/>
          <p:nvPr/>
        </p:nvSpPr>
        <p:spPr>
          <a:xfrm>
            <a:off x="9349034" y="2466094"/>
            <a:ext cx="195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Vibrationsmotor</a:t>
            </a: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6C6D33B4-876E-7FEA-42AF-D1314C735FB8}"/>
              </a:ext>
            </a:extLst>
          </p:cNvPr>
          <p:cNvCxnSpPr/>
          <p:nvPr/>
        </p:nvCxnSpPr>
        <p:spPr>
          <a:xfrm>
            <a:off x="6266948" y="1480691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DC076353-FB21-CB1E-2097-7A22F38DC1F1}"/>
              </a:ext>
            </a:extLst>
          </p:cNvPr>
          <p:cNvCxnSpPr>
            <a:cxnSpLocks/>
          </p:cNvCxnSpPr>
          <p:nvPr/>
        </p:nvCxnSpPr>
        <p:spPr>
          <a:xfrm>
            <a:off x="6546348" y="1477643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19B57812-06FA-195E-D616-A3875471F0C6}"/>
              </a:ext>
            </a:extLst>
          </p:cNvPr>
          <p:cNvCxnSpPr>
            <a:cxnSpLocks/>
          </p:cNvCxnSpPr>
          <p:nvPr/>
        </p:nvCxnSpPr>
        <p:spPr>
          <a:xfrm>
            <a:off x="6825748" y="1474595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2935EC34-970C-349D-8D44-4D6E462C0A18}"/>
              </a:ext>
            </a:extLst>
          </p:cNvPr>
          <p:cNvSpPr txBox="1"/>
          <p:nvPr/>
        </p:nvSpPr>
        <p:spPr>
          <a:xfrm>
            <a:off x="6037090" y="108335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F91D5B90-D03B-C17B-1FF7-7E54791838D5}"/>
              </a:ext>
            </a:extLst>
          </p:cNvPr>
          <p:cNvSpPr txBox="1"/>
          <p:nvPr/>
        </p:nvSpPr>
        <p:spPr>
          <a:xfrm>
            <a:off x="8056081" y="102840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V+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5854FCD8-DF49-E4C1-F33C-4B9790D55293}"/>
              </a:ext>
            </a:extLst>
          </p:cNvPr>
          <p:cNvCxnSpPr/>
          <p:nvPr/>
        </p:nvCxnSpPr>
        <p:spPr>
          <a:xfrm>
            <a:off x="714710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46AA898C-7BC2-DD2A-CBFA-373442698E99}"/>
              </a:ext>
            </a:extLst>
          </p:cNvPr>
          <p:cNvCxnSpPr>
            <a:cxnSpLocks/>
          </p:cNvCxnSpPr>
          <p:nvPr/>
        </p:nvCxnSpPr>
        <p:spPr>
          <a:xfrm>
            <a:off x="742650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CC090AFB-6640-6A2B-3A10-99404A577832}"/>
              </a:ext>
            </a:extLst>
          </p:cNvPr>
          <p:cNvCxnSpPr>
            <a:cxnSpLocks/>
          </p:cNvCxnSpPr>
          <p:nvPr/>
        </p:nvCxnSpPr>
        <p:spPr>
          <a:xfrm>
            <a:off x="770590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E7FC9B84-F361-A075-F57E-B3D4C9070619}"/>
              </a:ext>
            </a:extLst>
          </p:cNvPr>
          <p:cNvSpPr txBox="1"/>
          <p:nvPr/>
        </p:nvSpPr>
        <p:spPr>
          <a:xfrm>
            <a:off x="7480119" y="256439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09FC6122-62CD-F183-32A0-2E3873A42DD2}"/>
              </a:ext>
            </a:extLst>
          </p:cNvPr>
          <p:cNvSpPr txBox="1"/>
          <p:nvPr/>
        </p:nvSpPr>
        <p:spPr>
          <a:xfrm>
            <a:off x="7202976" y="859692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E62C7238-3E4C-F5F9-C484-FB046F7C3DCB}"/>
              </a:ext>
            </a:extLst>
          </p:cNvPr>
          <p:cNvSpPr txBox="1"/>
          <p:nvPr/>
        </p:nvSpPr>
        <p:spPr>
          <a:xfrm>
            <a:off x="6916075" y="1085149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B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954584BC-276F-0A0B-CD52-F8B31BA5D921}"/>
              </a:ext>
            </a:extLst>
          </p:cNvPr>
          <p:cNvCxnSpPr/>
          <p:nvPr/>
        </p:nvCxnSpPr>
        <p:spPr>
          <a:xfrm>
            <a:off x="7993283" y="1496169"/>
            <a:ext cx="0" cy="147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24DAA57C-B45A-A56D-8779-3555B13E3CFE}"/>
              </a:ext>
            </a:extLst>
          </p:cNvPr>
          <p:cNvCxnSpPr>
            <a:cxnSpLocks/>
          </p:cNvCxnSpPr>
          <p:nvPr/>
        </p:nvCxnSpPr>
        <p:spPr>
          <a:xfrm>
            <a:off x="8272683" y="1493121"/>
            <a:ext cx="0" cy="14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9EF99BE6-3B44-01A2-2EA8-092FA268C9FE}"/>
              </a:ext>
            </a:extLst>
          </p:cNvPr>
          <p:cNvCxnSpPr>
            <a:cxnSpLocks/>
          </p:cNvCxnSpPr>
          <p:nvPr/>
        </p:nvCxnSpPr>
        <p:spPr>
          <a:xfrm>
            <a:off x="8552083" y="1490073"/>
            <a:ext cx="0" cy="148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22D7BBC0-E529-0BDF-27E5-D3784A0104BB}"/>
              </a:ext>
            </a:extLst>
          </p:cNvPr>
          <p:cNvSpPr txBox="1"/>
          <p:nvPr/>
        </p:nvSpPr>
        <p:spPr>
          <a:xfrm>
            <a:off x="6597621" y="1087060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481D1AB3-2182-F3BB-3685-ADDD78FB267B}"/>
              </a:ext>
            </a:extLst>
          </p:cNvPr>
          <p:cNvSpPr txBox="1"/>
          <p:nvPr/>
        </p:nvSpPr>
        <p:spPr>
          <a:xfrm>
            <a:off x="6314664" y="1109457"/>
            <a:ext cx="461665" cy="5956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R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9F236B76-54AE-24A2-5926-9568AEE8AFF7}"/>
              </a:ext>
            </a:extLst>
          </p:cNvPr>
          <p:cNvSpPr txBox="1"/>
          <p:nvPr/>
        </p:nvSpPr>
        <p:spPr>
          <a:xfrm>
            <a:off x="8328561" y="855459"/>
            <a:ext cx="461665" cy="8800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2F522F8-F8CB-1E3B-E1FD-2E160757D1A5}"/>
              </a:ext>
            </a:extLst>
          </p:cNvPr>
          <p:cNvSpPr/>
          <p:nvPr/>
        </p:nvSpPr>
        <p:spPr>
          <a:xfrm>
            <a:off x="3649630" y="2898648"/>
            <a:ext cx="83813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03344B6-7192-0CAD-DB8B-DB8739CED571}"/>
              </a:ext>
            </a:extLst>
          </p:cNvPr>
          <p:cNvSpPr/>
          <p:nvPr/>
        </p:nvSpPr>
        <p:spPr>
          <a:xfrm>
            <a:off x="7269130" y="2895600"/>
            <a:ext cx="600304" cy="16398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A1C32336-34A2-141F-AF2F-54EC4DEC8283}"/>
              </a:ext>
            </a:extLst>
          </p:cNvPr>
          <p:cNvSpPr txBox="1"/>
          <p:nvPr/>
        </p:nvSpPr>
        <p:spPr>
          <a:xfrm>
            <a:off x="7769370" y="265383"/>
            <a:ext cx="461665" cy="12263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de-DE" dirty="0"/>
              <a:t>Arduino Pin</a:t>
            </a:r>
          </a:p>
        </p:txBody>
      </p:sp>
    </p:spTree>
    <p:extLst>
      <p:ext uri="{BB962C8B-B14F-4D97-AF65-F5344CB8AC3E}">
        <p14:creationId xmlns:p14="http://schemas.microsoft.com/office/powerpoint/2010/main" val="297273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F5CDC35-6FD8-DB7E-AE55-E6AAD179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20307" y="1310960"/>
            <a:ext cx="7066033" cy="402804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C8D2953-BA84-DA25-DB64-F9EAD5286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38381" y="1645235"/>
            <a:ext cx="6513363" cy="356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1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Breitbild</PresentationFormat>
  <Paragraphs>92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J. Zähnle</dc:creator>
  <cp:lastModifiedBy>J. Zähnle</cp:lastModifiedBy>
  <cp:revision>1</cp:revision>
  <cp:lastPrinted>2025-07-02T13:55:40Z</cp:lastPrinted>
  <dcterms:created xsi:type="dcterms:W3CDTF">2025-06-26T15:27:08Z</dcterms:created>
  <dcterms:modified xsi:type="dcterms:W3CDTF">2025-07-03T08:11:20Z</dcterms:modified>
</cp:coreProperties>
</file>